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Bebas Neue" panose="020B0606020202050201" pitchFamily="34" charset="0"/>
      <p:regular r:id="rId18"/>
    </p:embeddedFont>
    <p:embeddedFont>
      <p:font typeface="Jost" panose="020B060402020202020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Nunito Light" pitchFamily="2" charset="0"/>
      <p:regular r:id="rId27"/>
      <p:italic r:id="rId28"/>
    </p:embeddedFont>
    <p:embeddedFont>
      <p:font typeface="PT Sans" panose="020B0503020203020204" pitchFamily="34" charset="0"/>
      <p:regular r:id="rId29"/>
      <p:bold r:id="rId30"/>
      <p:italic r:id="rId31"/>
      <p:boldItalic r:id="rId32"/>
    </p:embeddedFont>
    <p:embeddedFont>
      <p:font typeface="Raleway"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7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 FU WEN" userId="3ce95b04-c093-49f3-bc84-da593a32a19c" providerId="ADAL" clId="{67EDAD1C-567A-4029-8AA4-BF421B1FDD03}"/>
    <pc:docChg chg="modSld">
      <pc:chgData name="TAY FU WEN" userId="3ce95b04-c093-49f3-bc84-da593a32a19c" providerId="ADAL" clId="{67EDAD1C-567A-4029-8AA4-BF421B1FDD03}" dt="2023-09-20T14:02:58.325" v="5"/>
      <pc:docMkLst>
        <pc:docMk/>
      </pc:docMkLst>
      <pc:sldChg chg="modNotesTx">
        <pc:chgData name="TAY FU WEN" userId="3ce95b04-c093-49f3-bc84-da593a32a19c" providerId="ADAL" clId="{67EDAD1C-567A-4029-8AA4-BF421B1FDD03}" dt="2023-09-20T14:02:30.059" v="0"/>
        <pc:sldMkLst>
          <pc:docMk/>
          <pc:sldMk cId="0" sldId="264"/>
        </pc:sldMkLst>
      </pc:sldChg>
      <pc:sldChg chg="modNotesTx">
        <pc:chgData name="TAY FU WEN" userId="3ce95b04-c093-49f3-bc84-da593a32a19c" providerId="ADAL" clId="{67EDAD1C-567A-4029-8AA4-BF421B1FDD03}" dt="2023-09-20T14:02:35.166" v="1"/>
        <pc:sldMkLst>
          <pc:docMk/>
          <pc:sldMk cId="0" sldId="265"/>
        </pc:sldMkLst>
      </pc:sldChg>
      <pc:sldChg chg="modNotesTx">
        <pc:chgData name="TAY FU WEN" userId="3ce95b04-c093-49f3-bc84-da593a32a19c" providerId="ADAL" clId="{67EDAD1C-567A-4029-8AA4-BF421B1FDD03}" dt="2023-09-20T14:02:40.526" v="2"/>
        <pc:sldMkLst>
          <pc:docMk/>
          <pc:sldMk cId="0" sldId="266"/>
        </pc:sldMkLst>
      </pc:sldChg>
      <pc:sldChg chg="modNotesTx">
        <pc:chgData name="TAY FU WEN" userId="3ce95b04-c093-49f3-bc84-da593a32a19c" providerId="ADAL" clId="{67EDAD1C-567A-4029-8AA4-BF421B1FDD03}" dt="2023-09-20T14:02:45.800" v="3"/>
        <pc:sldMkLst>
          <pc:docMk/>
          <pc:sldMk cId="0" sldId="267"/>
        </pc:sldMkLst>
      </pc:sldChg>
      <pc:sldChg chg="modNotesTx">
        <pc:chgData name="TAY FU WEN" userId="3ce95b04-c093-49f3-bc84-da593a32a19c" providerId="ADAL" clId="{67EDAD1C-567A-4029-8AA4-BF421B1FDD03}" dt="2023-09-20T14:02:52.096" v="4"/>
        <pc:sldMkLst>
          <pc:docMk/>
          <pc:sldMk cId="0" sldId="268"/>
        </pc:sldMkLst>
      </pc:sldChg>
      <pc:sldChg chg="modNotesTx">
        <pc:chgData name="TAY FU WEN" userId="3ce95b04-c093-49f3-bc84-da593a32a19c" providerId="ADAL" clId="{67EDAD1C-567A-4029-8AA4-BF421B1FDD03}" dt="2023-09-20T14:02:58.325" v="5"/>
        <pc:sldMkLst>
          <pc:docMk/>
          <pc:sldMk cId="0"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176be5370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176be537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1a4caaef3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1a4caaef3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428f72f397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428f72f39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7cec68c56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7cec68c56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1a4caaef3b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21a4caaef3b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4290bfe080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4290bfe08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7cec68c568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7cec68c568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4290bfe080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4290bfe08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4290bfe08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4290bfe08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Thanks Ngoc, </a:t>
            </a:r>
            <a:r>
              <a:rPr lang="en-GB" dirty="0" err="1"/>
              <a:t>i’ll</a:t>
            </a:r>
            <a:r>
              <a:rPr lang="en-GB" dirty="0"/>
              <a:t> now be sharing on our system design. When our endpoint is triggered, it ingests and cleans all the input files and inserts it to </a:t>
            </a:r>
            <a:r>
              <a:rPr lang="en-GB" dirty="0" err="1"/>
              <a:t>DocumentDB</a:t>
            </a:r>
            <a:r>
              <a:rPr lang="en-GB" dirty="0"/>
              <a:t> -- that Positions, Entities and Analytics all rely on. Lastly, our </a:t>
            </a:r>
            <a:r>
              <a:rPr lang="en-GB" dirty="0" err="1"/>
              <a:t>GenAI</a:t>
            </a:r>
            <a:r>
              <a:rPr lang="en-GB" dirty="0"/>
              <a:t> chatbot will ideally use our analytics endpoint. However, we built but did not connect the endpoints.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4290bfe08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4290bfe08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Both our analytics data and user query are made into a prompt, and it is fed to our anthropic chatbot.</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428f72f39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428f72f39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For example, the user could send the query, “what is the market value for the market value ID of 1?”. And our chatbot will return, “the market value for the market value ID of 1 is $100 million. Unfortunately, OpenAI’s API is off the table, so we were not able to use the extensive functionalities in the </a:t>
            </a:r>
            <a:r>
              <a:rPr lang="en-GB" dirty="0" err="1"/>
              <a:t>langchain</a:t>
            </a:r>
            <a:r>
              <a:rPr lang="en-GB" dirty="0"/>
              <a:t> library for OpenAI such as creating a csv agent that is able to pull off complex queries.</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4290bfe08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4290bfe08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Throughout this hackathon, we faced many challenges such as:- mastering </a:t>
            </a:r>
            <a:r>
              <a:rPr lang="en-GB" dirty="0" err="1"/>
              <a:t>aws</a:t>
            </a:r>
            <a:r>
              <a:rPr lang="en-GB" dirty="0"/>
              <a:t> fundamentals for deployment under a short timeline - resolving GitHub merge conflicts that resulted in overwriting of features- and complex project scaling where we lacked sufficient time</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50cfd15c6acff8cc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50cfd15c6acff8cc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Retrospectively, we would've started with system design, which would help us to allocate work and stay on the same page better. And lastly, it would be to integrate early.</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27d2a35f525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27d2a35f52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 the future, we're planning to integrate our ARIMA/LSTM predictor endpoint that's able to help us forecast the prices of our securities. Custom visualisations from our chatbot by utilising pandas ai, and to deploy our endpoint for the chatbot to take in data.</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24290bfe080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24290bfe08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8"/>
        <p:cNvGrpSpPr/>
        <p:nvPr/>
      </p:nvGrpSpPr>
      <p:grpSpPr>
        <a:xfrm>
          <a:off x="0" y="0"/>
          <a:ext cx="0" cy="0"/>
          <a:chOff x="0" y="0"/>
          <a:chExt cx="0" cy="0"/>
        </a:xfrm>
      </p:grpSpPr>
      <p:sp>
        <p:nvSpPr>
          <p:cNvPr id="9" name="Google Shape;9;p2"/>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1438800" y="1362775"/>
            <a:ext cx="6266400" cy="20769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5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458200" y="3616000"/>
            <a:ext cx="4227600" cy="421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gn="ctr">
              <a:lnSpc>
                <a:spcPct val="100000"/>
              </a:lnSpc>
              <a:spcBef>
                <a:spcPts val="0"/>
              </a:spcBef>
              <a:spcAft>
                <a:spcPts val="0"/>
              </a:spcAft>
              <a:buSzPts val="13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2"/>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2468700"/>
            <a:ext cx="5067600" cy="15114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4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225" y="1020600"/>
            <a:ext cx="1630200" cy="10812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a:spLocks noGrp="1"/>
          </p:cNvSpPr>
          <p:nvPr>
            <p:ph type="pic" idx="3"/>
          </p:nvPr>
        </p:nvSpPr>
        <p:spPr>
          <a:xfrm>
            <a:off x="5641700" y="1047150"/>
            <a:ext cx="2486100" cy="3102300"/>
          </a:xfrm>
          <a:prstGeom prst="roundRect">
            <a:avLst>
              <a:gd name="adj" fmla="val 16667"/>
            </a:avLst>
          </a:prstGeom>
          <a:noFill/>
          <a:ln w="76200" cap="flat" cmpd="sng">
            <a:solidFill>
              <a:schemeClr val="lt2"/>
            </a:solidFill>
            <a:prstDash val="solid"/>
            <a:round/>
            <a:headEnd type="none" w="sm" len="sm"/>
            <a:tailEnd type="none" w="sm" len="sm"/>
          </a:ln>
          <a:effectLst>
            <a:outerShdw blurRad="57150" dist="19050" dir="5400000" algn="bl" rotWithShape="0">
              <a:schemeClr val="dk2">
                <a:alpha val="18000"/>
              </a:schemeClr>
            </a:outerShdw>
          </a:effectLst>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 name="Google Shape;18;p4"/>
          <p:cNvSpPr txBox="1">
            <a:spLocks noGrp="1"/>
          </p:cNvSpPr>
          <p:nvPr>
            <p:ph type="body" idx="1"/>
          </p:nvPr>
        </p:nvSpPr>
        <p:spPr>
          <a:xfrm>
            <a:off x="720000" y="1129376"/>
            <a:ext cx="7704000" cy="382800"/>
          </a:xfrm>
          <a:prstGeom prst="rect">
            <a:avLst/>
          </a:prstGeom>
        </p:spPr>
        <p:txBody>
          <a:bodyPr spcFirstLastPara="1" wrap="square" lIns="91425" tIns="91425" rIns="91425" bIns="91425" anchor="t" anchorCtr="0">
            <a:noAutofit/>
          </a:bodyPr>
          <a:lstStyle>
            <a:lvl1pPr marL="457200" lvl="0" indent="-311150" algn="ctr" rtl="0">
              <a:spcBef>
                <a:spcPts val="0"/>
              </a:spcBef>
              <a:spcAft>
                <a:spcPts val="0"/>
              </a:spcAft>
              <a:buSzPts val="1300"/>
              <a:buFont typeface="Nunito Light"/>
              <a:buChar char="●"/>
              <a:defRPr/>
            </a:lvl1pPr>
            <a:lvl2pPr marL="914400" lvl="1" indent="-311150" rtl="0">
              <a:lnSpc>
                <a:spcPct val="100000"/>
              </a:lnSpc>
              <a:spcBef>
                <a:spcPts val="0"/>
              </a:spcBef>
              <a:spcAft>
                <a:spcPts val="0"/>
              </a:spcAft>
              <a:buSzPts val="1300"/>
              <a:buFont typeface="Nunito Light"/>
              <a:buChar char="○"/>
              <a:defRPr/>
            </a:lvl2pPr>
            <a:lvl3pPr marL="1371600" lvl="2" indent="-311150" rtl="0">
              <a:lnSpc>
                <a:spcPct val="100000"/>
              </a:lnSpc>
              <a:spcBef>
                <a:spcPts val="0"/>
              </a:spcBef>
              <a:spcAft>
                <a:spcPts val="0"/>
              </a:spcAft>
              <a:buSzPts val="1300"/>
              <a:buFont typeface="Nunito Light"/>
              <a:buChar char="■"/>
              <a:defRPr/>
            </a:lvl3pPr>
            <a:lvl4pPr marL="1828800" lvl="3" indent="-311150" rtl="0">
              <a:lnSpc>
                <a:spcPct val="100000"/>
              </a:lnSpc>
              <a:spcBef>
                <a:spcPts val="0"/>
              </a:spcBef>
              <a:spcAft>
                <a:spcPts val="0"/>
              </a:spcAft>
              <a:buSzPts val="1300"/>
              <a:buFont typeface="Nunito Light"/>
              <a:buChar char="●"/>
              <a:defRPr/>
            </a:lvl4pPr>
            <a:lvl5pPr marL="2286000" lvl="4" indent="-311150" rtl="0">
              <a:lnSpc>
                <a:spcPct val="100000"/>
              </a:lnSpc>
              <a:spcBef>
                <a:spcPts val="0"/>
              </a:spcBef>
              <a:spcAft>
                <a:spcPts val="0"/>
              </a:spcAft>
              <a:buSzPts val="1300"/>
              <a:buFont typeface="Nunito Light"/>
              <a:buChar char="○"/>
              <a:defRPr/>
            </a:lvl5pPr>
            <a:lvl6pPr marL="2743200" lvl="5" indent="-311150" rtl="0">
              <a:lnSpc>
                <a:spcPct val="100000"/>
              </a:lnSpc>
              <a:spcBef>
                <a:spcPts val="0"/>
              </a:spcBef>
              <a:spcAft>
                <a:spcPts val="0"/>
              </a:spcAft>
              <a:buSzPts val="1300"/>
              <a:buFont typeface="Nunito Light"/>
              <a:buChar char="■"/>
              <a:defRPr/>
            </a:lvl6pPr>
            <a:lvl7pPr marL="3200400" lvl="6" indent="-311150" rtl="0">
              <a:lnSpc>
                <a:spcPct val="100000"/>
              </a:lnSpc>
              <a:spcBef>
                <a:spcPts val="0"/>
              </a:spcBef>
              <a:spcAft>
                <a:spcPts val="0"/>
              </a:spcAft>
              <a:buSzPts val="1300"/>
              <a:buFont typeface="Nunito Light"/>
              <a:buChar char="●"/>
              <a:defRPr/>
            </a:lvl7pPr>
            <a:lvl8pPr marL="3657600" lvl="7" indent="-311150" rtl="0">
              <a:lnSpc>
                <a:spcPct val="100000"/>
              </a:lnSpc>
              <a:spcBef>
                <a:spcPts val="0"/>
              </a:spcBef>
              <a:spcAft>
                <a:spcPts val="0"/>
              </a:spcAft>
              <a:buSzPts val="1300"/>
              <a:buFont typeface="Nunito Light"/>
              <a:buChar char="○"/>
              <a:defRPr/>
            </a:lvl8pPr>
            <a:lvl9pPr marL="4114800" lvl="8" indent="-311150" rtl="0">
              <a:lnSpc>
                <a:spcPct val="100000"/>
              </a:lnSpc>
              <a:spcBef>
                <a:spcPts val="0"/>
              </a:spcBef>
              <a:spcAft>
                <a:spcPts val="0"/>
              </a:spcAft>
              <a:buSzPts val="1300"/>
              <a:buFont typeface="Nunito Light"/>
              <a:buChar char="■"/>
              <a:defRPr/>
            </a:lvl9pPr>
          </a:lstStyle>
          <a:p>
            <a:endParaRPr/>
          </a:p>
        </p:txBody>
      </p:sp>
      <p:sp>
        <p:nvSpPr>
          <p:cNvPr id="19" name="Google Shape;19;p4"/>
          <p:cNvSpPr/>
          <p:nvPr/>
        </p:nvSpPr>
        <p:spPr>
          <a:xfrm rot="925555">
            <a:off x="-357489" y="4086044"/>
            <a:ext cx="1292750" cy="1699689"/>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20" name="Google Shape;20;p4"/>
          <p:cNvSpPr/>
          <p:nvPr/>
        </p:nvSpPr>
        <p:spPr>
          <a:xfrm rot="-8782336">
            <a:off x="-832242" y="-870480"/>
            <a:ext cx="1758955" cy="1758955"/>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rot="-2537566">
            <a:off x="8193333" y="-1221537"/>
            <a:ext cx="1752893" cy="230462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22" name="Google Shape;22;p4"/>
          <p:cNvSpPr/>
          <p:nvPr/>
        </p:nvSpPr>
        <p:spPr>
          <a:xfrm>
            <a:off x="8593900" y="3741150"/>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p:nvPr/>
        </p:nvSpPr>
        <p:spPr>
          <a:xfrm>
            <a:off x="254625" y="130800"/>
            <a:ext cx="8634900" cy="4881900"/>
          </a:xfrm>
          <a:prstGeom prst="roundRect">
            <a:avLst>
              <a:gd name="adj" fmla="val 5931"/>
            </a:avLst>
          </a:prstGeom>
          <a:solidFill>
            <a:schemeClr val="accent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a:endParaRPr/>
          </a:p>
        </p:txBody>
      </p:sp>
      <p:sp>
        <p:nvSpPr>
          <p:cNvPr id="26" name="Google Shape;26;p5"/>
          <p:cNvSpPr txBox="1">
            <a:spLocks noGrp="1"/>
          </p:cNvSpPr>
          <p:nvPr>
            <p:ph type="subTitle" idx="1"/>
          </p:nvPr>
        </p:nvSpPr>
        <p:spPr>
          <a:xfrm>
            <a:off x="5055284" y="38476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800"/>
              <a:buNone/>
              <a:defRPr b="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7" name="Google Shape;27;p5"/>
          <p:cNvSpPr txBox="1">
            <a:spLocks noGrp="1"/>
          </p:cNvSpPr>
          <p:nvPr>
            <p:ph type="subTitle" idx="2"/>
          </p:nvPr>
        </p:nvSpPr>
        <p:spPr>
          <a:xfrm>
            <a:off x="1583300" y="38476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800"/>
              <a:buNone/>
              <a:defRPr b="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8" name="Google Shape;28;p5"/>
          <p:cNvSpPr txBox="1">
            <a:spLocks noGrp="1"/>
          </p:cNvSpPr>
          <p:nvPr>
            <p:ph type="subTitle" idx="3"/>
          </p:nvPr>
        </p:nvSpPr>
        <p:spPr>
          <a:xfrm>
            <a:off x="5055275" y="32749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 name="Google Shape;29;p5"/>
          <p:cNvSpPr txBox="1">
            <a:spLocks noGrp="1"/>
          </p:cNvSpPr>
          <p:nvPr>
            <p:ph type="subTitle" idx="4"/>
          </p:nvPr>
        </p:nvSpPr>
        <p:spPr>
          <a:xfrm>
            <a:off x="1583075" y="32749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6"/>
          <p:cNvSpPr/>
          <p:nvPr/>
        </p:nvSpPr>
        <p:spPr>
          <a:xfrm rot="-9609622" flipH="1">
            <a:off x="-563239" y="-610216"/>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34" name="Google Shape;34;p6"/>
          <p:cNvSpPr/>
          <p:nvPr/>
        </p:nvSpPr>
        <p:spPr>
          <a:xfrm rot="-9609622" flipH="1">
            <a:off x="8370961" y="4034384"/>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35" name="Google Shape;35;p6"/>
          <p:cNvSpPr/>
          <p:nvPr/>
        </p:nvSpPr>
        <p:spPr>
          <a:xfrm>
            <a:off x="8168988" y="-1020125"/>
            <a:ext cx="1868400" cy="18684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a:off x="-279000" y="4440800"/>
            <a:ext cx="898200" cy="886800"/>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rot="-6146075">
            <a:off x="-1684077" y="-1943534"/>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 name="Google Shape;40;p7"/>
          <p:cNvSpPr txBox="1">
            <a:spLocks noGrp="1"/>
          </p:cNvSpPr>
          <p:nvPr>
            <p:ph type="subTitle" idx="1"/>
          </p:nvPr>
        </p:nvSpPr>
        <p:spPr>
          <a:xfrm>
            <a:off x="4027625" y="1942500"/>
            <a:ext cx="4294800" cy="1900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300"/>
              <a:buFont typeface="Nunito Light"/>
              <a:buChar char="○"/>
              <a:defRPr/>
            </a:lvl5pPr>
            <a:lvl6pPr lvl="5" algn="ctr" rtl="0">
              <a:lnSpc>
                <a:spcPct val="100000"/>
              </a:lnSpc>
              <a:spcBef>
                <a:spcPts val="0"/>
              </a:spcBef>
              <a:spcAft>
                <a:spcPts val="0"/>
              </a:spcAft>
              <a:buClr>
                <a:srgbClr val="999999"/>
              </a:buClr>
              <a:buSzPts val="13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300"/>
              <a:buFont typeface="Nunito Light"/>
              <a:buChar char="■"/>
              <a:defRPr/>
            </a:lvl9pPr>
          </a:lstStyle>
          <a:p>
            <a:endParaRPr/>
          </a:p>
        </p:txBody>
      </p:sp>
      <p:sp>
        <p:nvSpPr>
          <p:cNvPr id="41" name="Google Shape;41;p7"/>
          <p:cNvSpPr>
            <a:spLocks noGrp="1"/>
          </p:cNvSpPr>
          <p:nvPr>
            <p:ph type="pic" idx="2"/>
          </p:nvPr>
        </p:nvSpPr>
        <p:spPr>
          <a:xfrm>
            <a:off x="802925" y="1323875"/>
            <a:ext cx="3099900" cy="3102300"/>
          </a:xfrm>
          <a:prstGeom prst="ellipse">
            <a:avLst/>
          </a:prstGeom>
          <a:noFill/>
          <a:ln w="76200" cap="flat" cmpd="sng">
            <a:solidFill>
              <a:schemeClr val="lt2"/>
            </a:solidFill>
            <a:prstDash val="solid"/>
            <a:round/>
            <a:headEnd type="none" w="sm" len="sm"/>
            <a:tailEnd type="none" w="sm" len="sm"/>
          </a:ln>
          <a:effectLst>
            <a:outerShdw blurRad="57150" dist="19050" dir="5400000" algn="bl" rotWithShape="0">
              <a:schemeClr val="dk2">
                <a:alpha val="18000"/>
              </a:schemeClr>
            </a:outerShdw>
          </a:effectLst>
        </p:spPr>
      </p:sp>
      <p:sp>
        <p:nvSpPr>
          <p:cNvPr id="42" name="Google Shape;42;p7"/>
          <p:cNvSpPr/>
          <p:nvPr/>
        </p:nvSpPr>
        <p:spPr>
          <a:xfrm>
            <a:off x="-1227337" y="-1020150"/>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3"/>
        <p:cNvGrpSpPr/>
        <p:nvPr/>
      </p:nvGrpSpPr>
      <p:grpSpPr>
        <a:xfrm>
          <a:off x="0" y="0"/>
          <a:ext cx="0" cy="0"/>
          <a:chOff x="0" y="0"/>
          <a:chExt cx="0" cy="0"/>
        </a:xfrm>
      </p:grpSpPr>
      <p:sp>
        <p:nvSpPr>
          <p:cNvPr id="44" name="Google Shape;44;p8"/>
          <p:cNvSpPr/>
          <p:nvPr/>
        </p:nvSpPr>
        <p:spPr>
          <a:xfrm>
            <a:off x="254625" y="130800"/>
            <a:ext cx="8634900" cy="4881900"/>
          </a:xfrm>
          <a:prstGeom prst="roundRect">
            <a:avLst>
              <a:gd name="adj" fmla="val 5931"/>
            </a:avLst>
          </a:prstGeom>
          <a:solidFill>
            <a:schemeClr val="lt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Clr>
                <a:schemeClr val="dk1"/>
              </a:buClr>
              <a:buSzPts val="4800"/>
              <a:buNone/>
              <a:defRPr sz="7200">
                <a:solidFill>
                  <a:schemeClr val="dk1"/>
                </a:solidFill>
              </a:defRPr>
            </a:lvl1pPr>
            <a:lvl2pPr lvl="1">
              <a:spcBef>
                <a:spcPts val="0"/>
              </a:spcBef>
              <a:spcAft>
                <a:spcPts val="0"/>
              </a:spcAft>
              <a:buClr>
                <a:schemeClr val="dk1"/>
              </a:buClr>
              <a:buSzPts val="4800"/>
              <a:buNone/>
              <a:defRPr sz="4800">
                <a:solidFill>
                  <a:schemeClr val="dk1"/>
                </a:solidFill>
              </a:defRPr>
            </a:lvl2pPr>
            <a:lvl3pPr lvl="2">
              <a:spcBef>
                <a:spcPts val="0"/>
              </a:spcBef>
              <a:spcAft>
                <a:spcPts val="0"/>
              </a:spcAft>
              <a:buClr>
                <a:schemeClr val="dk1"/>
              </a:buClr>
              <a:buSzPts val="4800"/>
              <a:buNone/>
              <a:defRPr sz="4800">
                <a:solidFill>
                  <a:schemeClr val="dk1"/>
                </a:solidFill>
              </a:defRPr>
            </a:lvl3pPr>
            <a:lvl4pPr lvl="3">
              <a:spcBef>
                <a:spcPts val="0"/>
              </a:spcBef>
              <a:spcAft>
                <a:spcPts val="0"/>
              </a:spcAft>
              <a:buClr>
                <a:schemeClr val="dk1"/>
              </a:buClr>
              <a:buSzPts val="4800"/>
              <a:buNone/>
              <a:defRPr sz="4800">
                <a:solidFill>
                  <a:schemeClr val="dk1"/>
                </a:solidFill>
              </a:defRPr>
            </a:lvl4pPr>
            <a:lvl5pPr lvl="4">
              <a:spcBef>
                <a:spcPts val="0"/>
              </a:spcBef>
              <a:spcAft>
                <a:spcPts val="0"/>
              </a:spcAft>
              <a:buClr>
                <a:schemeClr val="dk1"/>
              </a:buClr>
              <a:buSzPts val="4800"/>
              <a:buNone/>
              <a:defRPr sz="4800">
                <a:solidFill>
                  <a:schemeClr val="dk1"/>
                </a:solidFill>
              </a:defRPr>
            </a:lvl5pPr>
            <a:lvl6pPr lvl="5">
              <a:spcBef>
                <a:spcPts val="0"/>
              </a:spcBef>
              <a:spcAft>
                <a:spcPts val="0"/>
              </a:spcAft>
              <a:buClr>
                <a:schemeClr val="dk1"/>
              </a:buClr>
              <a:buSzPts val="4800"/>
              <a:buNone/>
              <a:defRPr sz="4800">
                <a:solidFill>
                  <a:schemeClr val="dk1"/>
                </a:solidFill>
              </a:defRPr>
            </a:lvl6pPr>
            <a:lvl7pPr lvl="6">
              <a:spcBef>
                <a:spcPts val="0"/>
              </a:spcBef>
              <a:spcAft>
                <a:spcPts val="0"/>
              </a:spcAft>
              <a:buClr>
                <a:schemeClr val="dk1"/>
              </a:buClr>
              <a:buSzPts val="4800"/>
              <a:buNone/>
              <a:defRPr sz="4800">
                <a:solidFill>
                  <a:schemeClr val="dk1"/>
                </a:solidFill>
              </a:defRPr>
            </a:lvl7pPr>
            <a:lvl8pPr lvl="7">
              <a:spcBef>
                <a:spcPts val="0"/>
              </a:spcBef>
              <a:spcAft>
                <a:spcPts val="0"/>
              </a:spcAft>
              <a:buClr>
                <a:schemeClr val="dk1"/>
              </a:buClr>
              <a:buSzPts val="4800"/>
              <a:buNone/>
              <a:defRPr sz="4800">
                <a:solidFill>
                  <a:schemeClr val="dk1"/>
                </a:solidFill>
              </a:defRPr>
            </a:lvl8pPr>
            <a:lvl9pPr lvl="8">
              <a:spcBef>
                <a:spcPts val="0"/>
              </a:spcBef>
              <a:spcAft>
                <a:spcPts val="0"/>
              </a:spcAft>
              <a:buClr>
                <a:schemeClr val="dk1"/>
              </a:buClr>
              <a:buSzPts val="4800"/>
              <a:buNone/>
              <a:defRPr sz="4800">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p:nvPr/>
        </p:nvSpPr>
        <p:spPr>
          <a:xfrm>
            <a:off x="254625" y="130800"/>
            <a:ext cx="8634900" cy="4881900"/>
          </a:xfrm>
          <a:prstGeom prst="roundRect">
            <a:avLst>
              <a:gd name="adj" fmla="val 5931"/>
            </a:avLst>
          </a:prstGeom>
          <a:solidFill>
            <a:schemeClr val="accent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1651950" y="1059000"/>
            <a:ext cx="5840100" cy="235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121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9" name="Google Shape;49;p9"/>
          <p:cNvSpPr txBox="1">
            <a:spLocks noGrp="1"/>
          </p:cNvSpPr>
          <p:nvPr>
            <p:ph type="subTitle" idx="1"/>
          </p:nvPr>
        </p:nvSpPr>
        <p:spPr>
          <a:xfrm>
            <a:off x="2369400" y="3413400"/>
            <a:ext cx="44052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60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a:spLocks noGrp="1"/>
          </p:cNvSpPr>
          <p:nvPr>
            <p:ph type="pic" idx="2"/>
          </p:nvPr>
        </p:nvSpPr>
        <p:spPr>
          <a:xfrm>
            <a:off x="0" y="0"/>
            <a:ext cx="9144000" cy="5143500"/>
          </a:xfrm>
          <a:prstGeom prst="rect">
            <a:avLst/>
          </a:prstGeom>
          <a:noFill/>
          <a:ln>
            <a:noFill/>
          </a:ln>
        </p:spPr>
      </p:sp>
      <p:sp>
        <p:nvSpPr>
          <p:cNvPr id="52" name="Google Shape;52;p10"/>
          <p:cNvSpPr txBox="1">
            <a:spLocks noGrp="1"/>
          </p:cNvSpPr>
          <p:nvPr>
            <p:ph type="title"/>
          </p:nvPr>
        </p:nvSpPr>
        <p:spPr>
          <a:xfrm>
            <a:off x="4871650" y="539500"/>
            <a:ext cx="3559200" cy="994200"/>
          </a:xfrm>
          <a:prstGeom prst="rect">
            <a:avLst/>
          </a:prstGeom>
          <a:solidFill>
            <a:schemeClr val="lt1"/>
          </a:solidFill>
          <a:ln w="19050" cap="flat" cmpd="sng">
            <a:solidFill>
              <a:schemeClr val="dk1"/>
            </a:solidFill>
            <a:prstDash val="solid"/>
            <a:round/>
            <a:headEnd type="none" w="sm" len="sm"/>
            <a:tailEnd type="none" w="sm" len="sm"/>
          </a:ln>
          <a:effectLst>
            <a:outerShdw blurRad="57150" dist="19050" dir="5400000" algn="bl" rotWithShape="0">
              <a:srgbClr val="595959">
                <a:alpha val="50000"/>
              </a:srgbClr>
            </a:outerShdw>
          </a:effectLst>
        </p:spPr>
        <p:txBody>
          <a:bodyPr spcFirstLastPara="1" wrap="square" lIns="91425" tIns="91425" rIns="91425" bIns="91425" anchor="t" anchorCtr="0">
            <a:noAutofit/>
          </a:bodyPr>
          <a:lstStyle>
            <a:lvl1pPr lvl="0" algn="ctr" rtl="0">
              <a:spcBef>
                <a:spcPts val="0"/>
              </a:spcBef>
              <a:spcAft>
                <a:spcPts val="0"/>
              </a:spcAft>
              <a:buSzPts val="30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p:nvPr/>
        </p:nvSpPr>
        <p:spPr>
          <a:xfrm>
            <a:off x="254625" y="130800"/>
            <a:ext cx="8634900" cy="4881900"/>
          </a:xfrm>
          <a:prstGeom prst="roundRect">
            <a:avLst>
              <a:gd name="adj" fmla="val 5931"/>
            </a:avLst>
          </a:prstGeom>
          <a:solidFill>
            <a:schemeClr val="accent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1"/>
          <p:cNvSpPr txBox="1">
            <a:spLocks noGrp="1"/>
          </p:cNvSpPr>
          <p:nvPr>
            <p:ph type="title" hasCustomPrompt="1"/>
          </p:nvPr>
        </p:nvSpPr>
        <p:spPr>
          <a:xfrm>
            <a:off x="1284000" y="1291175"/>
            <a:ext cx="6576000" cy="1482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72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a:spLocks noGrp="1"/>
          </p:cNvSpPr>
          <p:nvPr>
            <p:ph type="subTitle" idx="1"/>
          </p:nvPr>
        </p:nvSpPr>
        <p:spPr>
          <a:xfrm>
            <a:off x="2093250" y="3056375"/>
            <a:ext cx="4957500" cy="4971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651900" y="445025"/>
            <a:ext cx="78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 name="Google Shape;60;p13"/>
          <p:cNvSpPr/>
          <p:nvPr/>
        </p:nvSpPr>
        <p:spPr>
          <a:xfrm rot="-9313051">
            <a:off x="-1275047" y="-1355324"/>
            <a:ext cx="2290216" cy="2234649"/>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rot="-9609622" flipH="1">
            <a:off x="8561586" y="4112609"/>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62" name="Google Shape;62;p13"/>
          <p:cNvSpPr/>
          <p:nvPr/>
        </p:nvSpPr>
        <p:spPr>
          <a:xfrm>
            <a:off x="-621500" y="4517175"/>
            <a:ext cx="1606200" cy="16062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63" name="Google Shape;63;p13"/>
          <p:cNvSpPr/>
          <p:nvPr/>
        </p:nvSpPr>
        <p:spPr>
          <a:xfrm>
            <a:off x="8311613" y="-1172200"/>
            <a:ext cx="1868400" cy="18684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3"/>
          <p:cNvSpPr/>
          <p:nvPr/>
        </p:nvSpPr>
        <p:spPr>
          <a:xfrm rot="-6146075">
            <a:off x="8426073" y="2274316"/>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5"/>
        <p:cNvGrpSpPr/>
        <p:nvPr/>
      </p:nvGrpSpPr>
      <p:grpSpPr>
        <a:xfrm>
          <a:off x="0" y="0"/>
          <a:ext cx="0" cy="0"/>
          <a:chOff x="0" y="0"/>
          <a:chExt cx="0" cy="0"/>
        </a:xfrm>
      </p:grpSpPr>
      <p:sp>
        <p:nvSpPr>
          <p:cNvPr id="66" name="Google Shape;66;p14"/>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4"/>
          <p:cNvSpPr txBox="1">
            <a:spLocks noGrp="1"/>
          </p:cNvSpPr>
          <p:nvPr>
            <p:ph type="title"/>
          </p:nvPr>
        </p:nvSpPr>
        <p:spPr>
          <a:xfrm>
            <a:off x="1289400" y="445025"/>
            <a:ext cx="71346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 name="Google Shape;68;p14"/>
          <p:cNvSpPr/>
          <p:nvPr/>
        </p:nvSpPr>
        <p:spPr>
          <a:xfrm>
            <a:off x="7831150" y="-1352550"/>
            <a:ext cx="2486100" cy="2486100"/>
          </a:xfrm>
          <a:prstGeom prst="donut">
            <a:avLst>
              <a:gd name="adj" fmla="val 159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4"/>
          <p:cNvSpPr/>
          <p:nvPr/>
        </p:nvSpPr>
        <p:spPr>
          <a:xfrm>
            <a:off x="-956850" y="4405175"/>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p:nvPr/>
        </p:nvSpPr>
        <p:spPr>
          <a:xfrm rot="-9313051">
            <a:off x="-991797" y="-1017849"/>
            <a:ext cx="2290216" cy="2234649"/>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4"/>
          <p:cNvSpPr/>
          <p:nvPr/>
        </p:nvSpPr>
        <p:spPr>
          <a:xfrm rot="-6146075">
            <a:off x="7900498" y="3437116"/>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_ONLY_3_1">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 name="Google Shape;74;p15"/>
          <p:cNvSpPr/>
          <p:nvPr/>
        </p:nvSpPr>
        <p:spPr>
          <a:xfrm rot="-9609622" flipH="1">
            <a:off x="-146539" y="-742091"/>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75" name="Google Shape;75;p15"/>
          <p:cNvSpPr/>
          <p:nvPr/>
        </p:nvSpPr>
        <p:spPr>
          <a:xfrm>
            <a:off x="-952275" y="4601950"/>
            <a:ext cx="2063400" cy="20634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rot="-9609622" flipH="1">
            <a:off x="8607873" y="4248009"/>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77" name="Google Shape;77;p15"/>
          <p:cNvSpPr/>
          <p:nvPr/>
        </p:nvSpPr>
        <p:spPr>
          <a:xfrm>
            <a:off x="8104988" y="-1031025"/>
            <a:ext cx="1868400" cy="18684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rot="-6146075">
            <a:off x="-1876052" y="-2143934"/>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rot="-6146075">
            <a:off x="7491448" y="4691241"/>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chemeClr val="lt2"/>
        </a:solidFill>
        <a:effectLst/>
      </p:bgPr>
    </p:bg>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224575" y="2444125"/>
            <a:ext cx="5206200" cy="1741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4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2" name="Google Shape;82;p16"/>
          <p:cNvSpPr txBox="1">
            <a:spLocks noGrp="1"/>
          </p:cNvSpPr>
          <p:nvPr>
            <p:ph type="title" idx="2" hasCustomPrompt="1"/>
          </p:nvPr>
        </p:nvSpPr>
        <p:spPr>
          <a:xfrm>
            <a:off x="3224575" y="1188000"/>
            <a:ext cx="1827900" cy="10812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16"/>
          <p:cNvSpPr>
            <a:spLocks noGrp="1"/>
          </p:cNvSpPr>
          <p:nvPr>
            <p:ph type="pic" idx="3"/>
          </p:nvPr>
        </p:nvSpPr>
        <p:spPr>
          <a:xfrm>
            <a:off x="461575" y="1457125"/>
            <a:ext cx="2763000" cy="2728200"/>
          </a:xfrm>
          <a:prstGeom prst="ellipse">
            <a:avLst/>
          </a:prstGeom>
          <a:noFill/>
          <a:ln w="76200" cap="flat" cmpd="sng">
            <a:solidFill>
              <a:schemeClr val="lt2"/>
            </a:solidFill>
            <a:prstDash val="solid"/>
            <a:round/>
            <a:headEnd type="none" w="sm" len="sm"/>
            <a:tailEnd type="none" w="sm" len="sm"/>
          </a:ln>
          <a:effectLst>
            <a:outerShdw blurRad="57150" dist="19050" dir="5400000" algn="bl" rotWithShape="0">
              <a:schemeClr val="dk2">
                <a:alpha val="18000"/>
              </a:schemeClr>
            </a:outerShdw>
          </a:effectLst>
        </p:spPr>
      </p:sp>
      <p:sp>
        <p:nvSpPr>
          <p:cNvPr id="84" name="Google Shape;84;p16"/>
          <p:cNvSpPr/>
          <p:nvPr/>
        </p:nvSpPr>
        <p:spPr>
          <a:xfrm rot="2934124">
            <a:off x="8111385" y="3988806"/>
            <a:ext cx="1852659" cy="2435946"/>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85" name="Google Shape;85;p16"/>
          <p:cNvSpPr/>
          <p:nvPr/>
        </p:nvSpPr>
        <p:spPr>
          <a:xfrm rot="2932170">
            <a:off x="-459646" y="-615558"/>
            <a:ext cx="1292750" cy="1699626"/>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86" name="Google Shape;86;p16"/>
          <p:cNvSpPr/>
          <p:nvPr/>
        </p:nvSpPr>
        <p:spPr>
          <a:xfrm>
            <a:off x="-527950" y="4468975"/>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87"/>
        <p:cNvGrpSpPr/>
        <p:nvPr/>
      </p:nvGrpSpPr>
      <p:grpSpPr>
        <a:xfrm>
          <a:off x="0" y="0"/>
          <a:ext cx="0" cy="0"/>
          <a:chOff x="0" y="0"/>
          <a:chExt cx="0" cy="0"/>
        </a:xfrm>
      </p:grpSpPr>
      <p:sp>
        <p:nvSpPr>
          <p:cNvPr id="88" name="Google Shape;88;p17"/>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0" name="Google Shape;90;p17"/>
          <p:cNvSpPr txBox="1">
            <a:spLocks noGrp="1"/>
          </p:cNvSpPr>
          <p:nvPr>
            <p:ph type="body" idx="1"/>
          </p:nvPr>
        </p:nvSpPr>
        <p:spPr>
          <a:xfrm>
            <a:off x="720000" y="1129374"/>
            <a:ext cx="7704000" cy="3071400"/>
          </a:xfrm>
          <a:prstGeom prst="rect">
            <a:avLst/>
          </a:prstGeom>
        </p:spPr>
        <p:txBody>
          <a:bodyPr spcFirstLastPara="1" wrap="square" lIns="91425" tIns="91425" rIns="91425" bIns="91425" anchor="t" anchorCtr="0">
            <a:noAutofit/>
          </a:bodyPr>
          <a:lstStyle>
            <a:lvl1pPr marL="457200" lvl="0" indent="-311150" rtl="0">
              <a:spcBef>
                <a:spcPts val="300"/>
              </a:spcBef>
              <a:spcAft>
                <a:spcPts val="0"/>
              </a:spcAft>
              <a:buSzPts val="1300"/>
              <a:buFont typeface="Nunito Light"/>
              <a:buChar char="●"/>
              <a:defRPr/>
            </a:lvl1pPr>
            <a:lvl2pPr marL="914400" lvl="1" indent="-311150" rtl="0">
              <a:lnSpc>
                <a:spcPct val="100000"/>
              </a:lnSpc>
              <a:spcBef>
                <a:spcPts val="0"/>
              </a:spcBef>
              <a:spcAft>
                <a:spcPts val="0"/>
              </a:spcAft>
              <a:buSzPts val="1300"/>
              <a:buFont typeface="Nunito Light"/>
              <a:buChar char="○"/>
              <a:defRPr/>
            </a:lvl2pPr>
            <a:lvl3pPr marL="1371600" lvl="2" indent="-311150" rtl="0">
              <a:lnSpc>
                <a:spcPct val="100000"/>
              </a:lnSpc>
              <a:spcBef>
                <a:spcPts val="0"/>
              </a:spcBef>
              <a:spcAft>
                <a:spcPts val="0"/>
              </a:spcAft>
              <a:buSzPts val="1300"/>
              <a:buFont typeface="Nunito Light"/>
              <a:buChar char="■"/>
              <a:defRPr/>
            </a:lvl3pPr>
            <a:lvl4pPr marL="1828800" lvl="3" indent="-311150" rtl="0">
              <a:lnSpc>
                <a:spcPct val="100000"/>
              </a:lnSpc>
              <a:spcBef>
                <a:spcPts val="0"/>
              </a:spcBef>
              <a:spcAft>
                <a:spcPts val="0"/>
              </a:spcAft>
              <a:buSzPts val="1300"/>
              <a:buFont typeface="Nunito Light"/>
              <a:buChar char="●"/>
              <a:defRPr/>
            </a:lvl4pPr>
            <a:lvl5pPr marL="2286000" lvl="4" indent="-311150" rtl="0">
              <a:lnSpc>
                <a:spcPct val="100000"/>
              </a:lnSpc>
              <a:spcBef>
                <a:spcPts val="0"/>
              </a:spcBef>
              <a:spcAft>
                <a:spcPts val="0"/>
              </a:spcAft>
              <a:buSzPts val="1300"/>
              <a:buFont typeface="Nunito Light"/>
              <a:buChar char="○"/>
              <a:defRPr/>
            </a:lvl5pPr>
            <a:lvl6pPr marL="2743200" lvl="5" indent="-311150" rtl="0">
              <a:lnSpc>
                <a:spcPct val="100000"/>
              </a:lnSpc>
              <a:spcBef>
                <a:spcPts val="0"/>
              </a:spcBef>
              <a:spcAft>
                <a:spcPts val="0"/>
              </a:spcAft>
              <a:buSzPts val="1300"/>
              <a:buFont typeface="Nunito Light"/>
              <a:buChar char="■"/>
              <a:defRPr/>
            </a:lvl6pPr>
            <a:lvl7pPr marL="3200400" lvl="6" indent="-311150" rtl="0">
              <a:lnSpc>
                <a:spcPct val="100000"/>
              </a:lnSpc>
              <a:spcBef>
                <a:spcPts val="0"/>
              </a:spcBef>
              <a:spcAft>
                <a:spcPts val="0"/>
              </a:spcAft>
              <a:buSzPts val="1300"/>
              <a:buFont typeface="Nunito Light"/>
              <a:buChar char="●"/>
              <a:defRPr/>
            </a:lvl7pPr>
            <a:lvl8pPr marL="3657600" lvl="7" indent="-311150" rtl="0">
              <a:lnSpc>
                <a:spcPct val="100000"/>
              </a:lnSpc>
              <a:spcBef>
                <a:spcPts val="0"/>
              </a:spcBef>
              <a:spcAft>
                <a:spcPts val="0"/>
              </a:spcAft>
              <a:buSzPts val="1300"/>
              <a:buFont typeface="Nunito Light"/>
              <a:buChar char="○"/>
              <a:defRPr/>
            </a:lvl8pPr>
            <a:lvl9pPr marL="4114800" lvl="8" indent="-311150" rtl="0">
              <a:lnSpc>
                <a:spcPct val="100000"/>
              </a:lnSpc>
              <a:spcBef>
                <a:spcPts val="0"/>
              </a:spcBef>
              <a:spcAft>
                <a:spcPts val="0"/>
              </a:spcAft>
              <a:buSzPts val="1300"/>
              <a:buFont typeface="Nunito Light"/>
              <a:buChar char="■"/>
              <a:defRPr/>
            </a:lvl9pPr>
          </a:lstStyle>
          <a:p>
            <a:endParaRPr/>
          </a:p>
        </p:txBody>
      </p:sp>
      <p:sp>
        <p:nvSpPr>
          <p:cNvPr id="91" name="Google Shape;91;p17"/>
          <p:cNvSpPr/>
          <p:nvPr/>
        </p:nvSpPr>
        <p:spPr>
          <a:xfrm rot="-9609622" flipH="1">
            <a:off x="-593989" y="-310316"/>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92" name="Google Shape;92;p17"/>
          <p:cNvSpPr/>
          <p:nvPr/>
        </p:nvSpPr>
        <p:spPr>
          <a:xfrm rot="-6146075">
            <a:off x="-1748027" y="-1990159"/>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7"/>
          <p:cNvSpPr/>
          <p:nvPr/>
        </p:nvSpPr>
        <p:spPr>
          <a:xfrm rot="-9609622" flipH="1">
            <a:off x="7893761" y="4126784"/>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94" name="Google Shape;94;p17"/>
          <p:cNvSpPr/>
          <p:nvPr/>
        </p:nvSpPr>
        <p:spPr>
          <a:xfrm>
            <a:off x="8332900" y="3298450"/>
            <a:ext cx="923100" cy="923100"/>
          </a:xfrm>
          <a:prstGeom prst="donut">
            <a:avLst>
              <a:gd name="adj" fmla="val 71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7"/>
          <p:cNvSpPr/>
          <p:nvPr/>
        </p:nvSpPr>
        <p:spPr>
          <a:xfrm>
            <a:off x="-203100" y="4300150"/>
            <a:ext cx="923100" cy="923100"/>
          </a:xfrm>
          <a:prstGeom prst="donut">
            <a:avLst>
              <a:gd name="adj" fmla="val 71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able of contents">
  <p:cSld name="BLANK_1_1_1_1_1_1">
    <p:bg>
      <p:bgPr>
        <a:solidFill>
          <a:schemeClr val="lt2"/>
        </a:solidFill>
        <a:effectLst/>
      </p:bgPr>
    </p:bg>
    <p:spTree>
      <p:nvGrpSpPr>
        <p:cNvPr id="1" name="Shape 96"/>
        <p:cNvGrpSpPr/>
        <p:nvPr/>
      </p:nvGrpSpPr>
      <p:grpSpPr>
        <a:xfrm>
          <a:off x="0" y="0"/>
          <a:ext cx="0" cy="0"/>
          <a:chOff x="0" y="0"/>
          <a:chExt cx="0" cy="0"/>
        </a:xfrm>
      </p:grpSpPr>
      <p:sp>
        <p:nvSpPr>
          <p:cNvPr id="97" name="Google Shape;97;p18"/>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9" name="Google Shape;99;p18"/>
          <p:cNvSpPr txBox="1">
            <a:spLocks noGrp="1"/>
          </p:cNvSpPr>
          <p:nvPr>
            <p:ph type="title" idx="2" hasCustomPrompt="1"/>
          </p:nvPr>
        </p:nvSpPr>
        <p:spPr>
          <a:xfrm>
            <a:off x="1588875" y="1656970"/>
            <a:ext cx="734700" cy="4476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8"/>
          <p:cNvSpPr txBox="1">
            <a:spLocks noGrp="1"/>
          </p:cNvSpPr>
          <p:nvPr>
            <p:ph type="title" idx="3" hasCustomPrompt="1"/>
          </p:nvPr>
        </p:nvSpPr>
        <p:spPr>
          <a:xfrm>
            <a:off x="1588925" y="3329841"/>
            <a:ext cx="734700" cy="4476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8"/>
          <p:cNvSpPr txBox="1">
            <a:spLocks noGrp="1"/>
          </p:cNvSpPr>
          <p:nvPr>
            <p:ph type="title" idx="4" hasCustomPrompt="1"/>
          </p:nvPr>
        </p:nvSpPr>
        <p:spPr>
          <a:xfrm>
            <a:off x="4168200" y="1656975"/>
            <a:ext cx="807600" cy="4476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8"/>
          <p:cNvSpPr txBox="1">
            <a:spLocks noGrp="1"/>
          </p:cNvSpPr>
          <p:nvPr>
            <p:ph type="title" idx="5" hasCustomPrompt="1"/>
          </p:nvPr>
        </p:nvSpPr>
        <p:spPr>
          <a:xfrm>
            <a:off x="4168200" y="3329842"/>
            <a:ext cx="807600" cy="4476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8"/>
          <p:cNvSpPr txBox="1">
            <a:spLocks noGrp="1"/>
          </p:cNvSpPr>
          <p:nvPr>
            <p:ph type="title" idx="6" hasCustomPrompt="1"/>
          </p:nvPr>
        </p:nvSpPr>
        <p:spPr>
          <a:xfrm>
            <a:off x="6820425" y="1656970"/>
            <a:ext cx="734700" cy="4476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8"/>
          <p:cNvSpPr txBox="1">
            <a:spLocks noGrp="1"/>
          </p:cNvSpPr>
          <p:nvPr>
            <p:ph type="title" idx="7" hasCustomPrompt="1"/>
          </p:nvPr>
        </p:nvSpPr>
        <p:spPr>
          <a:xfrm>
            <a:off x="6820425" y="3329841"/>
            <a:ext cx="734700" cy="4476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8"/>
          <p:cNvSpPr txBox="1">
            <a:spLocks noGrp="1"/>
          </p:cNvSpPr>
          <p:nvPr>
            <p:ph type="subTitle" idx="1"/>
          </p:nvPr>
        </p:nvSpPr>
        <p:spPr>
          <a:xfrm>
            <a:off x="713225" y="2126050"/>
            <a:ext cx="2486100" cy="67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6" name="Google Shape;106;p18"/>
          <p:cNvSpPr txBox="1">
            <a:spLocks noGrp="1"/>
          </p:cNvSpPr>
          <p:nvPr>
            <p:ph type="subTitle" idx="8"/>
          </p:nvPr>
        </p:nvSpPr>
        <p:spPr>
          <a:xfrm>
            <a:off x="3329000" y="2126050"/>
            <a:ext cx="2486100" cy="67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7" name="Google Shape;107;p18"/>
          <p:cNvSpPr txBox="1">
            <a:spLocks noGrp="1"/>
          </p:cNvSpPr>
          <p:nvPr>
            <p:ph type="subTitle" idx="9"/>
          </p:nvPr>
        </p:nvSpPr>
        <p:spPr>
          <a:xfrm>
            <a:off x="5944775" y="2126050"/>
            <a:ext cx="2486100" cy="67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8" name="Google Shape;108;p18"/>
          <p:cNvSpPr txBox="1">
            <a:spLocks noGrp="1"/>
          </p:cNvSpPr>
          <p:nvPr>
            <p:ph type="subTitle" idx="13"/>
          </p:nvPr>
        </p:nvSpPr>
        <p:spPr>
          <a:xfrm>
            <a:off x="713225" y="3799000"/>
            <a:ext cx="2486100" cy="67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9" name="Google Shape;109;p18"/>
          <p:cNvSpPr txBox="1">
            <a:spLocks noGrp="1"/>
          </p:cNvSpPr>
          <p:nvPr>
            <p:ph type="subTitle" idx="14"/>
          </p:nvPr>
        </p:nvSpPr>
        <p:spPr>
          <a:xfrm>
            <a:off x="3329000" y="3799000"/>
            <a:ext cx="2486100" cy="67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 name="Google Shape;110;p18"/>
          <p:cNvSpPr txBox="1">
            <a:spLocks noGrp="1"/>
          </p:cNvSpPr>
          <p:nvPr>
            <p:ph type="subTitle" idx="15"/>
          </p:nvPr>
        </p:nvSpPr>
        <p:spPr>
          <a:xfrm>
            <a:off x="5944775" y="3799000"/>
            <a:ext cx="2486100" cy="67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1" name="Google Shape;111;p18"/>
          <p:cNvSpPr/>
          <p:nvPr/>
        </p:nvSpPr>
        <p:spPr>
          <a:xfrm rot="-6145994">
            <a:off x="8503768" y="3987840"/>
            <a:ext cx="1482570" cy="1482570"/>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8"/>
          <p:cNvSpPr/>
          <p:nvPr/>
        </p:nvSpPr>
        <p:spPr>
          <a:xfrm>
            <a:off x="8430775" y="2798350"/>
            <a:ext cx="2486100" cy="2486100"/>
          </a:xfrm>
          <a:prstGeom prst="donut">
            <a:avLst>
              <a:gd name="adj" fmla="val 159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8"/>
          <p:cNvSpPr/>
          <p:nvPr/>
        </p:nvSpPr>
        <p:spPr>
          <a:xfrm>
            <a:off x="-813350" y="4604000"/>
            <a:ext cx="1767000" cy="1767000"/>
          </a:xfrm>
          <a:prstGeom prst="donut">
            <a:avLst>
              <a:gd name="adj" fmla="val 89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8"/>
          <p:cNvSpPr/>
          <p:nvPr/>
        </p:nvSpPr>
        <p:spPr>
          <a:xfrm>
            <a:off x="7816850" y="285700"/>
            <a:ext cx="777132" cy="793076"/>
          </a:xfrm>
          <a:custGeom>
            <a:avLst/>
            <a:gdLst/>
            <a:ahLst/>
            <a:cxnLst/>
            <a:rect l="l" t="t" r="r" b="b"/>
            <a:pathLst>
              <a:path w="66922" h="68295" fill="none" extrusionOk="0">
                <a:moveTo>
                  <a:pt x="1" y="1"/>
                </a:moveTo>
                <a:lnTo>
                  <a:pt x="45079" y="1"/>
                </a:lnTo>
                <a:cubicBezTo>
                  <a:pt x="57141" y="1"/>
                  <a:pt x="66921" y="9781"/>
                  <a:pt x="66921" y="21843"/>
                </a:cubicBezTo>
                <a:lnTo>
                  <a:pt x="66921" y="68294"/>
                </a:lnTo>
              </a:path>
            </a:pathLst>
          </a:custGeom>
          <a:solidFill>
            <a:schemeClr val="dk2"/>
          </a:solidFill>
          <a:ln w="9525" cap="flat" cmpd="sng">
            <a:solidFill>
              <a:schemeClr val="dk2"/>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2539225" y="3100300"/>
            <a:ext cx="5378400" cy="661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7" name="Google Shape;117;p19"/>
          <p:cNvSpPr txBox="1">
            <a:spLocks noGrp="1"/>
          </p:cNvSpPr>
          <p:nvPr>
            <p:ph type="subTitle" idx="1"/>
          </p:nvPr>
        </p:nvSpPr>
        <p:spPr>
          <a:xfrm>
            <a:off x="856150" y="1126425"/>
            <a:ext cx="7061400" cy="1863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713225" y="1077538"/>
            <a:ext cx="3655500" cy="2001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0" name="Google Shape;120;p20"/>
          <p:cNvSpPr txBox="1">
            <a:spLocks noGrp="1"/>
          </p:cNvSpPr>
          <p:nvPr>
            <p:ph type="subTitle" idx="1"/>
          </p:nvPr>
        </p:nvSpPr>
        <p:spPr>
          <a:xfrm>
            <a:off x="713225" y="3255363"/>
            <a:ext cx="3655500" cy="810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21" name="Google Shape;121;p20"/>
          <p:cNvSpPr>
            <a:spLocks noGrp="1"/>
          </p:cNvSpPr>
          <p:nvPr>
            <p:ph type="pic" idx="2"/>
          </p:nvPr>
        </p:nvSpPr>
        <p:spPr>
          <a:xfrm>
            <a:off x="4901000" y="533850"/>
            <a:ext cx="3129000" cy="4075800"/>
          </a:xfrm>
          <a:prstGeom prst="roundRect">
            <a:avLst>
              <a:gd name="adj" fmla="val 16667"/>
            </a:avLst>
          </a:prstGeom>
          <a:noFill/>
          <a:ln w="76200" cap="flat" cmpd="sng">
            <a:solidFill>
              <a:schemeClr val="lt2"/>
            </a:solidFill>
            <a:prstDash val="solid"/>
            <a:round/>
            <a:headEnd type="none" w="sm" len="sm"/>
            <a:tailEnd type="none" w="sm" len="sm"/>
          </a:ln>
          <a:effectLst>
            <a:outerShdw blurRad="57150" dist="19050" dir="5400000" algn="bl" rotWithShape="0">
              <a:srgbClr val="595959">
                <a:alpha val="50000"/>
              </a:srgbClr>
            </a:outerShdw>
          </a:effectLst>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713225" y="1708625"/>
            <a:ext cx="3597900" cy="1063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4" name="Google Shape;124;p21"/>
          <p:cNvSpPr txBox="1">
            <a:spLocks noGrp="1"/>
          </p:cNvSpPr>
          <p:nvPr>
            <p:ph type="subTitle" idx="1"/>
          </p:nvPr>
        </p:nvSpPr>
        <p:spPr>
          <a:xfrm>
            <a:off x="713225" y="2771825"/>
            <a:ext cx="3597900" cy="8052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25" name="Google Shape;125;p21"/>
          <p:cNvSpPr/>
          <p:nvPr/>
        </p:nvSpPr>
        <p:spPr>
          <a:xfrm rot="-6146075">
            <a:off x="7441148" y="3796391"/>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1"/>
          <p:cNvSpPr/>
          <p:nvPr/>
        </p:nvSpPr>
        <p:spPr>
          <a:xfrm>
            <a:off x="8351552" y="3477450"/>
            <a:ext cx="646800" cy="646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1"/>
          <p:cNvSpPr/>
          <p:nvPr/>
        </p:nvSpPr>
        <p:spPr>
          <a:xfrm rot="-9609622" flipH="1">
            <a:off x="8680736" y="-736316"/>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28" name="Google Shape;128;p21"/>
          <p:cNvSpPr/>
          <p:nvPr/>
        </p:nvSpPr>
        <p:spPr>
          <a:xfrm>
            <a:off x="-960650" y="4249925"/>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29"/>
        <p:cNvGrpSpPr/>
        <p:nvPr/>
      </p:nvGrpSpPr>
      <p:grpSpPr>
        <a:xfrm>
          <a:off x="0" y="0"/>
          <a:ext cx="0" cy="0"/>
          <a:chOff x="0" y="0"/>
          <a:chExt cx="0" cy="0"/>
        </a:xfrm>
      </p:grpSpPr>
      <p:sp>
        <p:nvSpPr>
          <p:cNvPr id="130" name="Google Shape;130;p22"/>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2"/>
          <p:cNvSpPr txBox="1">
            <a:spLocks noGrp="1"/>
          </p:cNvSpPr>
          <p:nvPr>
            <p:ph type="title"/>
          </p:nvPr>
        </p:nvSpPr>
        <p:spPr>
          <a:xfrm>
            <a:off x="4837200" y="1501200"/>
            <a:ext cx="3593400" cy="1060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2" name="Google Shape;132;p22"/>
          <p:cNvSpPr txBox="1">
            <a:spLocks noGrp="1"/>
          </p:cNvSpPr>
          <p:nvPr>
            <p:ph type="subTitle" idx="1"/>
          </p:nvPr>
        </p:nvSpPr>
        <p:spPr>
          <a:xfrm>
            <a:off x="4837375" y="2562000"/>
            <a:ext cx="3593400" cy="836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33" name="Google Shape;133;p22"/>
          <p:cNvSpPr/>
          <p:nvPr/>
        </p:nvSpPr>
        <p:spPr>
          <a:xfrm rot="-9609622" flipH="1">
            <a:off x="-106539" y="-862066"/>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34" name="Google Shape;134;p22"/>
          <p:cNvSpPr/>
          <p:nvPr/>
        </p:nvSpPr>
        <p:spPr>
          <a:xfrm>
            <a:off x="-1176275" y="4286225"/>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2"/>
          <p:cNvSpPr/>
          <p:nvPr/>
        </p:nvSpPr>
        <p:spPr>
          <a:xfrm rot="-9609622" flipH="1">
            <a:off x="8759873" y="4035909"/>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36" name="Google Shape;136;p22"/>
          <p:cNvSpPr/>
          <p:nvPr/>
        </p:nvSpPr>
        <p:spPr>
          <a:xfrm>
            <a:off x="7905013" y="-861875"/>
            <a:ext cx="1868400" cy="18684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37"/>
        <p:cNvGrpSpPr/>
        <p:nvPr/>
      </p:nvGrpSpPr>
      <p:grpSpPr>
        <a:xfrm>
          <a:off x="0" y="0"/>
          <a:ext cx="0" cy="0"/>
          <a:chOff x="0" y="0"/>
          <a:chExt cx="0" cy="0"/>
        </a:xfrm>
      </p:grpSpPr>
      <p:sp>
        <p:nvSpPr>
          <p:cNvPr id="138" name="Google Shape;138;p23"/>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23"/>
          <p:cNvSpPr txBox="1">
            <a:spLocks noGrp="1"/>
          </p:cNvSpPr>
          <p:nvPr>
            <p:ph type="subTitle" idx="1"/>
          </p:nvPr>
        </p:nvSpPr>
        <p:spPr>
          <a:xfrm>
            <a:off x="5006776" y="2652775"/>
            <a:ext cx="2661000" cy="18003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300"/>
              <a:buNone/>
              <a:defRPr b="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41" name="Google Shape;141;p23"/>
          <p:cNvSpPr txBox="1">
            <a:spLocks noGrp="1"/>
          </p:cNvSpPr>
          <p:nvPr>
            <p:ph type="subTitle" idx="2"/>
          </p:nvPr>
        </p:nvSpPr>
        <p:spPr>
          <a:xfrm>
            <a:off x="1464413" y="2652775"/>
            <a:ext cx="2661000" cy="18003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300"/>
              <a:buNone/>
              <a:defRPr b="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42" name="Google Shape;142;p23"/>
          <p:cNvSpPr txBox="1">
            <a:spLocks noGrp="1"/>
          </p:cNvSpPr>
          <p:nvPr>
            <p:ph type="subTitle" idx="3"/>
          </p:nvPr>
        </p:nvSpPr>
        <p:spPr>
          <a:xfrm>
            <a:off x="1464413" y="2093875"/>
            <a:ext cx="2661000" cy="55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3" name="Google Shape;143;p23"/>
          <p:cNvSpPr txBox="1">
            <a:spLocks noGrp="1"/>
          </p:cNvSpPr>
          <p:nvPr>
            <p:ph type="subTitle" idx="4"/>
          </p:nvPr>
        </p:nvSpPr>
        <p:spPr>
          <a:xfrm>
            <a:off x="5006776" y="2093875"/>
            <a:ext cx="2661000" cy="55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4" name="Google Shape;144;p23"/>
          <p:cNvSpPr/>
          <p:nvPr/>
        </p:nvSpPr>
        <p:spPr>
          <a:xfrm rot="6443641" flipH="1">
            <a:off x="8558176" y="2947348"/>
            <a:ext cx="1292716" cy="1699574"/>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45" name="Google Shape;145;p23"/>
          <p:cNvSpPr/>
          <p:nvPr/>
        </p:nvSpPr>
        <p:spPr>
          <a:xfrm>
            <a:off x="8107600" y="-1352700"/>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3"/>
          <p:cNvSpPr/>
          <p:nvPr/>
        </p:nvSpPr>
        <p:spPr>
          <a:xfrm>
            <a:off x="-1176275" y="4286225"/>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47"/>
        <p:cNvGrpSpPr/>
        <p:nvPr/>
      </p:nvGrpSpPr>
      <p:grpSpPr>
        <a:xfrm>
          <a:off x="0" y="0"/>
          <a:ext cx="0" cy="0"/>
          <a:chOff x="0" y="0"/>
          <a:chExt cx="0" cy="0"/>
        </a:xfrm>
      </p:grpSpPr>
      <p:sp>
        <p:nvSpPr>
          <p:cNvPr id="148" name="Google Shape;148;p24"/>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0" name="Google Shape;150;p24"/>
          <p:cNvSpPr txBox="1">
            <a:spLocks noGrp="1"/>
          </p:cNvSpPr>
          <p:nvPr>
            <p:ph type="subTitle" idx="1"/>
          </p:nvPr>
        </p:nvSpPr>
        <p:spPr>
          <a:xfrm>
            <a:off x="4865700" y="1820025"/>
            <a:ext cx="3331200" cy="21891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300"/>
              <a:buNone/>
              <a:defRPr b="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51" name="Google Shape;151;p24"/>
          <p:cNvSpPr txBox="1">
            <a:spLocks noGrp="1"/>
          </p:cNvSpPr>
          <p:nvPr>
            <p:ph type="subTitle" idx="2"/>
          </p:nvPr>
        </p:nvSpPr>
        <p:spPr>
          <a:xfrm>
            <a:off x="946975" y="1820025"/>
            <a:ext cx="3331200" cy="21891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300"/>
              <a:buNone/>
              <a:defRPr b="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52" name="Google Shape;152;p24"/>
          <p:cNvSpPr/>
          <p:nvPr/>
        </p:nvSpPr>
        <p:spPr>
          <a:xfrm rot="4518705" flipH="1">
            <a:off x="-553322" y="4076004"/>
            <a:ext cx="1292723" cy="1699628"/>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53" name="Google Shape;153;p24"/>
          <p:cNvSpPr/>
          <p:nvPr/>
        </p:nvSpPr>
        <p:spPr>
          <a:xfrm>
            <a:off x="-892887" y="-636950"/>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4"/>
          <p:cNvSpPr/>
          <p:nvPr/>
        </p:nvSpPr>
        <p:spPr>
          <a:xfrm rot="10800000" flipH="1">
            <a:off x="7938600" y="4084963"/>
            <a:ext cx="777132" cy="793076"/>
          </a:xfrm>
          <a:custGeom>
            <a:avLst/>
            <a:gdLst/>
            <a:ahLst/>
            <a:cxnLst/>
            <a:rect l="l" t="t" r="r" b="b"/>
            <a:pathLst>
              <a:path w="66922" h="68295" fill="none" extrusionOk="0">
                <a:moveTo>
                  <a:pt x="1" y="1"/>
                </a:moveTo>
                <a:lnTo>
                  <a:pt x="45079" y="1"/>
                </a:lnTo>
                <a:cubicBezTo>
                  <a:pt x="57141" y="1"/>
                  <a:pt x="66921" y="9781"/>
                  <a:pt x="66921" y="21843"/>
                </a:cubicBezTo>
                <a:lnTo>
                  <a:pt x="66921" y="68294"/>
                </a:lnTo>
              </a:path>
            </a:pathLst>
          </a:custGeom>
          <a:solidFill>
            <a:schemeClr val="dk2"/>
          </a:solidFill>
          <a:ln w="9525" cap="flat" cmpd="sng">
            <a:solidFill>
              <a:schemeClr val="dk2"/>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4"/>
          <p:cNvSpPr/>
          <p:nvPr/>
        </p:nvSpPr>
        <p:spPr>
          <a:xfrm>
            <a:off x="7938600" y="-636950"/>
            <a:ext cx="1581900" cy="1562100"/>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8" name="Google Shape;158;p25"/>
          <p:cNvSpPr txBox="1">
            <a:spLocks noGrp="1"/>
          </p:cNvSpPr>
          <p:nvPr>
            <p:ph type="subTitle" idx="1"/>
          </p:nvPr>
        </p:nvSpPr>
        <p:spPr>
          <a:xfrm>
            <a:off x="716650" y="2658227"/>
            <a:ext cx="2361000" cy="15132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59" name="Google Shape;159;p25"/>
          <p:cNvSpPr txBox="1">
            <a:spLocks noGrp="1"/>
          </p:cNvSpPr>
          <p:nvPr>
            <p:ph type="subTitle" idx="2"/>
          </p:nvPr>
        </p:nvSpPr>
        <p:spPr>
          <a:xfrm>
            <a:off x="3391550" y="2658229"/>
            <a:ext cx="2361000" cy="15132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60" name="Google Shape;160;p25"/>
          <p:cNvSpPr txBox="1">
            <a:spLocks noGrp="1"/>
          </p:cNvSpPr>
          <p:nvPr>
            <p:ph type="subTitle" idx="3"/>
          </p:nvPr>
        </p:nvSpPr>
        <p:spPr>
          <a:xfrm>
            <a:off x="6066350" y="2658227"/>
            <a:ext cx="2361000" cy="15132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61" name="Google Shape;161;p25"/>
          <p:cNvSpPr txBox="1">
            <a:spLocks noGrp="1"/>
          </p:cNvSpPr>
          <p:nvPr>
            <p:ph type="subTitle" idx="4"/>
          </p:nvPr>
        </p:nvSpPr>
        <p:spPr>
          <a:xfrm>
            <a:off x="716650" y="2099325"/>
            <a:ext cx="23610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2" name="Google Shape;162;p25"/>
          <p:cNvSpPr txBox="1">
            <a:spLocks noGrp="1"/>
          </p:cNvSpPr>
          <p:nvPr>
            <p:ph type="subTitle" idx="5"/>
          </p:nvPr>
        </p:nvSpPr>
        <p:spPr>
          <a:xfrm>
            <a:off x="3391550" y="2099325"/>
            <a:ext cx="23610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3" name="Google Shape;163;p25"/>
          <p:cNvSpPr txBox="1">
            <a:spLocks noGrp="1"/>
          </p:cNvSpPr>
          <p:nvPr>
            <p:ph type="subTitle" idx="6"/>
          </p:nvPr>
        </p:nvSpPr>
        <p:spPr>
          <a:xfrm>
            <a:off x="6066350" y="2099325"/>
            <a:ext cx="23610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4" name="Google Shape;164;p25"/>
          <p:cNvSpPr/>
          <p:nvPr/>
        </p:nvSpPr>
        <p:spPr>
          <a:xfrm>
            <a:off x="8035875" y="-1232550"/>
            <a:ext cx="2197800" cy="2170200"/>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5"/>
          <p:cNvSpPr/>
          <p:nvPr/>
        </p:nvSpPr>
        <p:spPr>
          <a:xfrm rot="-8782336">
            <a:off x="-1091992" y="-1026930"/>
            <a:ext cx="1758955" cy="1758955"/>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5"/>
          <p:cNvSpPr/>
          <p:nvPr/>
        </p:nvSpPr>
        <p:spPr>
          <a:xfrm>
            <a:off x="-1548625" y="-1414200"/>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5"/>
          <p:cNvSpPr/>
          <p:nvPr/>
        </p:nvSpPr>
        <p:spPr>
          <a:xfrm rot="-4885640">
            <a:off x="-743708" y="4248221"/>
            <a:ext cx="1581873" cy="1562144"/>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68"/>
        <p:cNvGrpSpPr/>
        <p:nvPr/>
      </p:nvGrpSpPr>
      <p:grpSpPr>
        <a:xfrm>
          <a:off x="0" y="0"/>
          <a:ext cx="0" cy="0"/>
          <a:chOff x="0" y="0"/>
          <a:chExt cx="0" cy="0"/>
        </a:xfrm>
      </p:grpSpPr>
      <p:sp>
        <p:nvSpPr>
          <p:cNvPr id="169" name="Google Shape;169;p26"/>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1" name="Google Shape;171;p26"/>
          <p:cNvSpPr txBox="1">
            <a:spLocks noGrp="1"/>
          </p:cNvSpPr>
          <p:nvPr>
            <p:ph type="subTitle" idx="1"/>
          </p:nvPr>
        </p:nvSpPr>
        <p:spPr>
          <a:xfrm>
            <a:off x="756850" y="1988525"/>
            <a:ext cx="3579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72" name="Google Shape;172;p26"/>
          <p:cNvSpPr txBox="1">
            <a:spLocks noGrp="1"/>
          </p:cNvSpPr>
          <p:nvPr>
            <p:ph type="subTitle" idx="2"/>
          </p:nvPr>
        </p:nvSpPr>
        <p:spPr>
          <a:xfrm>
            <a:off x="4808159" y="1988525"/>
            <a:ext cx="3579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73" name="Google Shape;173;p26"/>
          <p:cNvSpPr txBox="1">
            <a:spLocks noGrp="1"/>
          </p:cNvSpPr>
          <p:nvPr>
            <p:ph type="subTitle" idx="3"/>
          </p:nvPr>
        </p:nvSpPr>
        <p:spPr>
          <a:xfrm>
            <a:off x="756850" y="3649100"/>
            <a:ext cx="3579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74" name="Google Shape;174;p26"/>
          <p:cNvSpPr txBox="1">
            <a:spLocks noGrp="1"/>
          </p:cNvSpPr>
          <p:nvPr>
            <p:ph type="subTitle" idx="4"/>
          </p:nvPr>
        </p:nvSpPr>
        <p:spPr>
          <a:xfrm>
            <a:off x="4808159" y="3649100"/>
            <a:ext cx="3579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75" name="Google Shape;175;p26"/>
          <p:cNvSpPr txBox="1">
            <a:spLocks noGrp="1"/>
          </p:cNvSpPr>
          <p:nvPr>
            <p:ph type="subTitle" idx="5"/>
          </p:nvPr>
        </p:nvSpPr>
        <p:spPr>
          <a:xfrm>
            <a:off x="1358050" y="1618975"/>
            <a:ext cx="2977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76" name="Google Shape;176;p26"/>
          <p:cNvSpPr txBox="1">
            <a:spLocks noGrp="1"/>
          </p:cNvSpPr>
          <p:nvPr>
            <p:ph type="subTitle" idx="6"/>
          </p:nvPr>
        </p:nvSpPr>
        <p:spPr>
          <a:xfrm>
            <a:off x="1358050" y="3279625"/>
            <a:ext cx="2977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77" name="Google Shape;177;p26"/>
          <p:cNvSpPr txBox="1">
            <a:spLocks noGrp="1"/>
          </p:cNvSpPr>
          <p:nvPr>
            <p:ph type="subTitle" idx="7"/>
          </p:nvPr>
        </p:nvSpPr>
        <p:spPr>
          <a:xfrm>
            <a:off x="5409491" y="1618975"/>
            <a:ext cx="2977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78" name="Google Shape;178;p26"/>
          <p:cNvSpPr txBox="1">
            <a:spLocks noGrp="1"/>
          </p:cNvSpPr>
          <p:nvPr>
            <p:ph type="subTitle" idx="8"/>
          </p:nvPr>
        </p:nvSpPr>
        <p:spPr>
          <a:xfrm>
            <a:off x="5409325" y="3279625"/>
            <a:ext cx="2977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79" name="Google Shape;179;p26"/>
          <p:cNvSpPr/>
          <p:nvPr/>
        </p:nvSpPr>
        <p:spPr>
          <a:xfrm rot="2934124">
            <a:off x="8162060" y="3665256"/>
            <a:ext cx="1852659" cy="2435946"/>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80" name="Google Shape;180;p26"/>
          <p:cNvSpPr/>
          <p:nvPr/>
        </p:nvSpPr>
        <p:spPr>
          <a:xfrm>
            <a:off x="-1435175" y="3655700"/>
            <a:ext cx="1896600" cy="18966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rot="925555">
            <a:off x="-372377" y="-704031"/>
            <a:ext cx="1292750" cy="1699689"/>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182" name="Google Shape;182;p26"/>
          <p:cNvSpPr/>
          <p:nvPr/>
        </p:nvSpPr>
        <p:spPr>
          <a:xfrm>
            <a:off x="8430775" y="-556825"/>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27"/>
          <p:cNvSpPr txBox="1">
            <a:spLocks noGrp="1"/>
          </p:cNvSpPr>
          <p:nvPr>
            <p:ph type="subTitle" idx="1"/>
          </p:nvPr>
        </p:nvSpPr>
        <p:spPr>
          <a:xfrm>
            <a:off x="720000" y="1950421"/>
            <a:ext cx="2438700" cy="9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86" name="Google Shape;186;p27"/>
          <p:cNvSpPr txBox="1">
            <a:spLocks noGrp="1"/>
          </p:cNvSpPr>
          <p:nvPr>
            <p:ph type="subTitle" idx="2"/>
          </p:nvPr>
        </p:nvSpPr>
        <p:spPr>
          <a:xfrm>
            <a:off x="3403925" y="1950421"/>
            <a:ext cx="2438700" cy="9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87" name="Google Shape;187;p27"/>
          <p:cNvSpPr txBox="1">
            <a:spLocks noGrp="1"/>
          </p:cNvSpPr>
          <p:nvPr>
            <p:ph type="subTitle" idx="3"/>
          </p:nvPr>
        </p:nvSpPr>
        <p:spPr>
          <a:xfrm>
            <a:off x="720000" y="3642725"/>
            <a:ext cx="2438700" cy="9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88" name="Google Shape;188;p27"/>
          <p:cNvSpPr txBox="1">
            <a:spLocks noGrp="1"/>
          </p:cNvSpPr>
          <p:nvPr>
            <p:ph type="subTitle" idx="4"/>
          </p:nvPr>
        </p:nvSpPr>
        <p:spPr>
          <a:xfrm>
            <a:off x="3403925" y="3642715"/>
            <a:ext cx="2438700" cy="9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89" name="Google Shape;189;p27"/>
          <p:cNvSpPr txBox="1">
            <a:spLocks noGrp="1"/>
          </p:cNvSpPr>
          <p:nvPr>
            <p:ph type="subTitle" idx="5"/>
          </p:nvPr>
        </p:nvSpPr>
        <p:spPr>
          <a:xfrm>
            <a:off x="5985300" y="1950421"/>
            <a:ext cx="2438700" cy="9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90" name="Google Shape;190;p27"/>
          <p:cNvSpPr txBox="1">
            <a:spLocks noGrp="1"/>
          </p:cNvSpPr>
          <p:nvPr>
            <p:ph type="subTitle" idx="6"/>
          </p:nvPr>
        </p:nvSpPr>
        <p:spPr>
          <a:xfrm>
            <a:off x="5985300" y="3642725"/>
            <a:ext cx="2438700" cy="94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191" name="Google Shape;191;p27"/>
          <p:cNvSpPr txBox="1">
            <a:spLocks noGrp="1"/>
          </p:cNvSpPr>
          <p:nvPr>
            <p:ph type="subTitle" idx="7"/>
          </p:nvPr>
        </p:nvSpPr>
        <p:spPr>
          <a:xfrm>
            <a:off x="724795" y="1654663"/>
            <a:ext cx="24291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92" name="Google Shape;192;p27"/>
          <p:cNvSpPr txBox="1">
            <a:spLocks noGrp="1"/>
          </p:cNvSpPr>
          <p:nvPr>
            <p:ph type="subTitle" idx="8"/>
          </p:nvPr>
        </p:nvSpPr>
        <p:spPr>
          <a:xfrm>
            <a:off x="3408875" y="1654663"/>
            <a:ext cx="24288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93" name="Google Shape;193;p27"/>
          <p:cNvSpPr txBox="1">
            <a:spLocks noGrp="1"/>
          </p:cNvSpPr>
          <p:nvPr>
            <p:ph type="subTitle" idx="9"/>
          </p:nvPr>
        </p:nvSpPr>
        <p:spPr>
          <a:xfrm>
            <a:off x="5990086" y="1654663"/>
            <a:ext cx="24291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94" name="Google Shape;194;p27"/>
          <p:cNvSpPr txBox="1">
            <a:spLocks noGrp="1"/>
          </p:cNvSpPr>
          <p:nvPr>
            <p:ph type="subTitle" idx="13"/>
          </p:nvPr>
        </p:nvSpPr>
        <p:spPr>
          <a:xfrm>
            <a:off x="724796" y="3355414"/>
            <a:ext cx="24291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95" name="Google Shape;195;p27"/>
          <p:cNvSpPr txBox="1">
            <a:spLocks noGrp="1"/>
          </p:cNvSpPr>
          <p:nvPr>
            <p:ph type="subTitle" idx="14"/>
          </p:nvPr>
        </p:nvSpPr>
        <p:spPr>
          <a:xfrm>
            <a:off x="3408875" y="3332114"/>
            <a:ext cx="24288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96" name="Google Shape;196;p27"/>
          <p:cNvSpPr txBox="1">
            <a:spLocks noGrp="1"/>
          </p:cNvSpPr>
          <p:nvPr>
            <p:ph type="subTitle" idx="15"/>
          </p:nvPr>
        </p:nvSpPr>
        <p:spPr>
          <a:xfrm>
            <a:off x="5990086" y="3355414"/>
            <a:ext cx="24291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Raleway"/>
              <a:buNone/>
              <a:defRPr sz="1800" b="1">
                <a:latin typeface="Montserrat"/>
                <a:ea typeface="Montserrat"/>
                <a:cs typeface="Montserrat"/>
                <a:sym typeface="Montserra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97" name="Google Shape;197;p27"/>
          <p:cNvSpPr/>
          <p:nvPr/>
        </p:nvSpPr>
        <p:spPr>
          <a:xfrm rot="-8782336">
            <a:off x="8507508" y="3695295"/>
            <a:ext cx="1758955" cy="1758955"/>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7"/>
          <p:cNvSpPr/>
          <p:nvPr/>
        </p:nvSpPr>
        <p:spPr>
          <a:xfrm>
            <a:off x="8031574" y="4604000"/>
            <a:ext cx="970800" cy="970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7"/>
          <p:cNvSpPr/>
          <p:nvPr/>
        </p:nvSpPr>
        <p:spPr>
          <a:xfrm rot="4518705" flipH="1">
            <a:off x="-553322" y="4076004"/>
            <a:ext cx="1292723" cy="1699628"/>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200" name="Google Shape;200;p27"/>
          <p:cNvSpPr/>
          <p:nvPr/>
        </p:nvSpPr>
        <p:spPr>
          <a:xfrm>
            <a:off x="8031575" y="-636950"/>
            <a:ext cx="1581900" cy="1562100"/>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7"/>
          <p:cNvSpPr/>
          <p:nvPr/>
        </p:nvSpPr>
        <p:spPr>
          <a:xfrm rot="-8782336">
            <a:off x="-852017" y="-735380"/>
            <a:ext cx="1758955" cy="1758955"/>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7"/>
          <p:cNvSpPr/>
          <p:nvPr/>
        </p:nvSpPr>
        <p:spPr>
          <a:xfrm>
            <a:off x="-1088250" y="-1985150"/>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03"/>
        <p:cNvGrpSpPr/>
        <p:nvPr/>
      </p:nvGrpSpPr>
      <p:grpSpPr>
        <a:xfrm>
          <a:off x="0" y="0"/>
          <a:ext cx="0" cy="0"/>
          <a:chOff x="0" y="0"/>
          <a:chExt cx="0" cy="0"/>
        </a:xfrm>
      </p:grpSpPr>
      <p:sp>
        <p:nvSpPr>
          <p:cNvPr id="204" name="Google Shape;204;p28"/>
          <p:cNvSpPr txBox="1">
            <a:spLocks noGrp="1"/>
          </p:cNvSpPr>
          <p:nvPr>
            <p:ph type="title" hasCustomPrompt="1"/>
          </p:nvPr>
        </p:nvSpPr>
        <p:spPr>
          <a:xfrm>
            <a:off x="3733975" y="552112"/>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5" name="Google Shape;205;p28"/>
          <p:cNvSpPr txBox="1">
            <a:spLocks noGrp="1"/>
          </p:cNvSpPr>
          <p:nvPr>
            <p:ph type="subTitle" idx="1"/>
          </p:nvPr>
        </p:nvSpPr>
        <p:spPr>
          <a:xfrm>
            <a:off x="3733975" y="1288076"/>
            <a:ext cx="4696800" cy="59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06" name="Google Shape;206;p28"/>
          <p:cNvSpPr txBox="1">
            <a:spLocks noGrp="1"/>
          </p:cNvSpPr>
          <p:nvPr>
            <p:ph type="title" idx="2" hasCustomPrompt="1"/>
          </p:nvPr>
        </p:nvSpPr>
        <p:spPr>
          <a:xfrm>
            <a:off x="3733975" y="1904368"/>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7" name="Google Shape;207;p28"/>
          <p:cNvSpPr txBox="1">
            <a:spLocks noGrp="1"/>
          </p:cNvSpPr>
          <p:nvPr>
            <p:ph type="subTitle" idx="3"/>
          </p:nvPr>
        </p:nvSpPr>
        <p:spPr>
          <a:xfrm>
            <a:off x="3733975" y="2640332"/>
            <a:ext cx="4696800" cy="59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08" name="Google Shape;208;p28"/>
          <p:cNvSpPr txBox="1">
            <a:spLocks noGrp="1"/>
          </p:cNvSpPr>
          <p:nvPr>
            <p:ph type="title" idx="4" hasCustomPrompt="1"/>
          </p:nvPr>
        </p:nvSpPr>
        <p:spPr>
          <a:xfrm>
            <a:off x="3733975" y="3256624"/>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9" name="Google Shape;209;p28"/>
          <p:cNvSpPr txBox="1">
            <a:spLocks noGrp="1"/>
          </p:cNvSpPr>
          <p:nvPr>
            <p:ph type="subTitle" idx="5"/>
          </p:nvPr>
        </p:nvSpPr>
        <p:spPr>
          <a:xfrm>
            <a:off x="3733975" y="3992588"/>
            <a:ext cx="4696800" cy="59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10" name="Google Shape;210;p28"/>
          <p:cNvSpPr>
            <a:spLocks noGrp="1"/>
          </p:cNvSpPr>
          <p:nvPr>
            <p:ph type="pic" idx="6"/>
          </p:nvPr>
        </p:nvSpPr>
        <p:spPr>
          <a:xfrm>
            <a:off x="410700" y="753450"/>
            <a:ext cx="3642600" cy="3636600"/>
          </a:xfrm>
          <a:prstGeom prst="ellipse">
            <a:avLst/>
          </a:prstGeom>
          <a:noFill/>
          <a:ln w="76200" cap="flat" cmpd="sng">
            <a:solidFill>
              <a:schemeClr val="lt2"/>
            </a:solidFill>
            <a:prstDash val="solid"/>
            <a:round/>
            <a:headEnd type="none" w="sm" len="sm"/>
            <a:tailEnd type="none" w="sm" len="sm"/>
          </a:ln>
          <a:effectLst>
            <a:outerShdw blurRad="57150" dist="19050" dir="5400000" algn="bl" rotWithShape="0">
              <a:schemeClr val="dk2">
                <a:alpha val="20000"/>
              </a:schemeClr>
            </a:outerShdw>
          </a:effectLst>
        </p:spPr>
      </p:sp>
      <p:sp>
        <p:nvSpPr>
          <p:cNvPr id="211" name="Google Shape;211;p28"/>
          <p:cNvSpPr/>
          <p:nvPr/>
        </p:nvSpPr>
        <p:spPr>
          <a:xfrm>
            <a:off x="-1322975" y="4545850"/>
            <a:ext cx="2486100" cy="2486100"/>
          </a:xfrm>
          <a:prstGeom prst="donut">
            <a:avLst>
              <a:gd name="adj" fmla="val 159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8"/>
          <p:cNvSpPr/>
          <p:nvPr/>
        </p:nvSpPr>
        <p:spPr>
          <a:xfrm rot="-6146075">
            <a:off x="8303073" y="-1431109"/>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8"/>
          <p:cNvSpPr/>
          <p:nvPr/>
        </p:nvSpPr>
        <p:spPr>
          <a:xfrm>
            <a:off x="8174825" y="-1163650"/>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214"/>
        <p:cNvGrpSpPr/>
        <p:nvPr/>
      </p:nvGrpSpPr>
      <p:grpSpPr>
        <a:xfrm>
          <a:off x="0" y="0"/>
          <a:ext cx="0" cy="0"/>
          <a:chOff x="0" y="0"/>
          <a:chExt cx="0" cy="0"/>
        </a:xfrm>
      </p:grpSpPr>
      <p:sp>
        <p:nvSpPr>
          <p:cNvPr id="215" name="Google Shape;215;p29"/>
          <p:cNvSpPr/>
          <p:nvPr/>
        </p:nvSpPr>
        <p:spPr>
          <a:xfrm>
            <a:off x="254625" y="130800"/>
            <a:ext cx="8634900" cy="4881900"/>
          </a:xfrm>
          <a:prstGeom prst="roundRect">
            <a:avLst>
              <a:gd name="adj" fmla="val 5931"/>
            </a:avLst>
          </a:prstGeom>
          <a:solidFill>
            <a:schemeClr val="dk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9"/>
          <p:cNvSpPr txBox="1">
            <a:spLocks noGrp="1"/>
          </p:cNvSpPr>
          <p:nvPr>
            <p:ph type="title" hasCustomPrompt="1"/>
          </p:nvPr>
        </p:nvSpPr>
        <p:spPr>
          <a:xfrm>
            <a:off x="1531300" y="1733550"/>
            <a:ext cx="987600" cy="4068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2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7" name="Google Shape;217;p29"/>
          <p:cNvSpPr txBox="1">
            <a:spLocks noGrp="1"/>
          </p:cNvSpPr>
          <p:nvPr>
            <p:ph type="subTitle" idx="1"/>
          </p:nvPr>
        </p:nvSpPr>
        <p:spPr>
          <a:xfrm>
            <a:off x="938500" y="3629175"/>
            <a:ext cx="21732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18" name="Google Shape;218;p29"/>
          <p:cNvSpPr txBox="1">
            <a:spLocks noGrp="1"/>
          </p:cNvSpPr>
          <p:nvPr>
            <p:ph type="subTitle" idx="2"/>
          </p:nvPr>
        </p:nvSpPr>
        <p:spPr>
          <a:xfrm>
            <a:off x="938500" y="3132150"/>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19" name="Google Shape;219;p29"/>
          <p:cNvSpPr txBox="1">
            <a:spLocks noGrp="1"/>
          </p:cNvSpPr>
          <p:nvPr>
            <p:ph type="title" idx="3" hasCustomPrompt="1"/>
          </p:nvPr>
        </p:nvSpPr>
        <p:spPr>
          <a:xfrm>
            <a:off x="4078200" y="1733550"/>
            <a:ext cx="987600" cy="4068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2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0" name="Google Shape;220;p29"/>
          <p:cNvSpPr txBox="1">
            <a:spLocks noGrp="1"/>
          </p:cNvSpPr>
          <p:nvPr>
            <p:ph type="subTitle" idx="4"/>
          </p:nvPr>
        </p:nvSpPr>
        <p:spPr>
          <a:xfrm>
            <a:off x="3485400" y="3629175"/>
            <a:ext cx="21732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21" name="Google Shape;221;p29"/>
          <p:cNvSpPr txBox="1">
            <a:spLocks noGrp="1"/>
          </p:cNvSpPr>
          <p:nvPr>
            <p:ph type="subTitle" idx="5"/>
          </p:nvPr>
        </p:nvSpPr>
        <p:spPr>
          <a:xfrm>
            <a:off x="3485400" y="3132150"/>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2" name="Google Shape;222;p29"/>
          <p:cNvSpPr txBox="1">
            <a:spLocks noGrp="1"/>
          </p:cNvSpPr>
          <p:nvPr>
            <p:ph type="title" idx="6" hasCustomPrompt="1"/>
          </p:nvPr>
        </p:nvSpPr>
        <p:spPr>
          <a:xfrm>
            <a:off x="6625100" y="1733550"/>
            <a:ext cx="987600" cy="406800"/>
          </a:xfrm>
          <a:prstGeom prst="rect">
            <a:avLst/>
          </a:prstGeom>
          <a:solidFill>
            <a:schemeClr val="accent1"/>
          </a:solidFill>
          <a:ln w="19050" cap="flat" cmpd="sng">
            <a:solidFill>
              <a:schemeClr val="lt2"/>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2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3" name="Google Shape;223;p29"/>
          <p:cNvSpPr txBox="1">
            <a:spLocks noGrp="1"/>
          </p:cNvSpPr>
          <p:nvPr>
            <p:ph type="subTitle" idx="7"/>
          </p:nvPr>
        </p:nvSpPr>
        <p:spPr>
          <a:xfrm>
            <a:off x="6032300" y="3629175"/>
            <a:ext cx="21732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24" name="Google Shape;224;p29"/>
          <p:cNvSpPr txBox="1">
            <a:spLocks noGrp="1"/>
          </p:cNvSpPr>
          <p:nvPr>
            <p:ph type="subTitle" idx="8"/>
          </p:nvPr>
        </p:nvSpPr>
        <p:spPr>
          <a:xfrm>
            <a:off x="6032300" y="3132150"/>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18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5" name="Google Shape;225;p29"/>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6" name="Google Shape;226;p29"/>
          <p:cNvSpPr/>
          <p:nvPr/>
        </p:nvSpPr>
        <p:spPr>
          <a:xfrm rot="-9609622" flipH="1">
            <a:off x="-435239" y="221709"/>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chemeClr val="accent1"/>
              </a:gs>
              <a:gs pos="15000">
                <a:schemeClr val="accent1"/>
              </a:gs>
              <a:gs pos="100000">
                <a:schemeClr val="dk1"/>
              </a:gs>
            </a:gsLst>
            <a:lin ang="13500032" scaled="0"/>
          </a:gradFill>
          <a:ln>
            <a:noFill/>
          </a:ln>
        </p:spPr>
      </p:sp>
      <p:sp>
        <p:nvSpPr>
          <p:cNvPr id="227" name="Google Shape;227;p29"/>
          <p:cNvSpPr/>
          <p:nvPr/>
        </p:nvSpPr>
        <p:spPr>
          <a:xfrm rot="-6146075">
            <a:off x="-1740077" y="-1679984"/>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9"/>
          <p:cNvSpPr/>
          <p:nvPr/>
        </p:nvSpPr>
        <p:spPr>
          <a:xfrm>
            <a:off x="-1263575" y="4349725"/>
            <a:ext cx="2486100" cy="2486100"/>
          </a:xfrm>
          <a:prstGeom prst="donut">
            <a:avLst>
              <a:gd name="adj" fmla="val 159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9"/>
          <p:cNvSpPr/>
          <p:nvPr/>
        </p:nvSpPr>
        <p:spPr>
          <a:xfrm rot="-9609622" flipH="1">
            <a:off x="8290636" y="4015659"/>
            <a:ext cx="1292740" cy="1699635"/>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chemeClr val="accent1"/>
              </a:gs>
              <a:gs pos="15000">
                <a:schemeClr val="accent1"/>
              </a:gs>
              <a:gs pos="100000">
                <a:schemeClr val="dk1"/>
              </a:gs>
            </a:gsLst>
            <a:lin ang="13500032" scaled="0"/>
          </a:gradFill>
          <a:ln>
            <a:noFill/>
          </a:ln>
        </p:spPr>
      </p:sp>
      <p:sp>
        <p:nvSpPr>
          <p:cNvPr id="230" name="Google Shape;230;p29"/>
          <p:cNvSpPr/>
          <p:nvPr/>
        </p:nvSpPr>
        <p:spPr>
          <a:xfrm>
            <a:off x="8262925" y="-1079650"/>
            <a:ext cx="2486100" cy="2486100"/>
          </a:xfrm>
          <a:prstGeom prst="donut">
            <a:avLst>
              <a:gd name="adj" fmla="val 159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31"/>
        <p:cNvGrpSpPr/>
        <p:nvPr/>
      </p:nvGrpSpPr>
      <p:grpSpPr>
        <a:xfrm>
          <a:off x="0" y="0"/>
          <a:ext cx="0" cy="0"/>
          <a:chOff x="0" y="0"/>
          <a:chExt cx="0" cy="0"/>
        </a:xfrm>
      </p:grpSpPr>
      <p:sp>
        <p:nvSpPr>
          <p:cNvPr id="232" name="Google Shape;232;p30"/>
          <p:cNvSpPr/>
          <p:nvPr/>
        </p:nvSpPr>
        <p:spPr>
          <a:xfrm>
            <a:off x="254625" y="130800"/>
            <a:ext cx="8634900" cy="4881900"/>
          </a:xfrm>
          <a:prstGeom prst="roundRect">
            <a:avLst>
              <a:gd name="adj" fmla="val 5931"/>
            </a:avLst>
          </a:prstGeom>
          <a:solidFill>
            <a:schemeClr val="lt1"/>
          </a:solidFill>
          <a:ln>
            <a:noFill/>
          </a:ln>
          <a:effectLst>
            <a:outerShdw blurRad="57150" dist="19050" dir="54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p:cNvSpPr txBox="1">
            <a:spLocks noGrp="1"/>
          </p:cNvSpPr>
          <p:nvPr>
            <p:ph type="title"/>
          </p:nvPr>
        </p:nvSpPr>
        <p:spPr>
          <a:xfrm>
            <a:off x="2347950" y="539500"/>
            <a:ext cx="4448100" cy="1302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3000"/>
              <a:buNone/>
              <a:defRPr sz="7200">
                <a:solidFill>
                  <a:schemeClr val="dk1"/>
                </a:solidFill>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a:endParaRPr/>
          </a:p>
        </p:txBody>
      </p:sp>
      <p:sp>
        <p:nvSpPr>
          <p:cNvPr id="234" name="Google Shape;234;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300"/>
              <a:buNone/>
              <a:defRPr>
                <a:solidFill>
                  <a:schemeClr val="dk1"/>
                </a:solidFill>
              </a:defRPr>
            </a:lvl1pPr>
            <a:lvl2pPr lvl="1" algn="ctr" rtl="0">
              <a:lnSpc>
                <a:spcPct val="100000"/>
              </a:lnSpc>
              <a:spcBef>
                <a:spcPts val="0"/>
              </a:spcBef>
              <a:spcAft>
                <a:spcPts val="0"/>
              </a:spcAft>
              <a:buClr>
                <a:schemeClr val="dk1"/>
              </a:buClr>
              <a:buSzPts val="1300"/>
              <a:buNone/>
              <a:defRPr>
                <a:solidFill>
                  <a:schemeClr val="dk1"/>
                </a:solidFill>
              </a:defRPr>
            </a:lvl2pPr>
            <a:lvl3pPr lvl="2" algn="ctr" rtl="0">
              <a:lnSpc>
                <a:spcPct val="100000"/>
              </a:lnSpc>
              <a:spcBef>
                <a:spcPts val="0"/>
              </a:spcBef>
              <a:spcAft>
                <a:spcPts val="0"/>
              </a:spcAft>
              <a:buClr>
                <a:schemeClr val="dk1"/>
              </a:buClr>
              <a:buSzPts val="1300"/>
              <a:buNone/>
              <a:defRPr>
                <a:solidFill>
                  <a:schemeClr val="dk1"/>
                </a:solidFill>
              </a:defRPr>
            </a:lvl3pPr>
            <a:lvl4pPr lvl="3" algn="ctr" rtl="0">
              <a:lnSpc>
                <a:spcPct val="100000"/>
              </a:lnSpc>
              <a:spcBef>
                <a:spcPts val="0"/>
              </a:spcBef>
              <a:spcAft>
                <a:spcPts val="0"/>
              </a:spcAft>
              <a:buClr>
                <a:schemeClr val="dk1"/>
              </a:buClr>
              <a:buSzPts val="1300"/>
              <a:buNone/>
              <a:defRPr>
                <a:solidFill>
                  <a:schemeClr val="dk1"/>
                </a:solidFill>
              </a:defRPr>
            </a:lvl4pPr>
            <a:lvl5pPr lvl="4" algn="ctr" rtl="0">
              <a:lnSpc>
                <a:spcPct val="100000"/>
              </a:lnSpc>
              <a:spcBef>
                <a:spcPts val="0"/>
              </a:spcBef>
              <a:spcAft>
                <a:spcPts val="0"/>
              </a:spcAft>
              <a:buClr>
                <a:schemeClr val="dk1"/>
              </a:buClr>
              <a:buSzPts val="1300"/>
              <a:buNone/>
              <a:defRPr>
                <a:solidFill>
                  <a:schemeClr val="dk1"/>
                </a:solidFill>
              </a:defRPr>
            </a:lvl5pPr>
            <a:lvl6pPr lvl="5" algn="ctr" rtl="0">
              <a:lnSpc>
                <a:spcPct val="100000"/>
              </a:lnSpc>
              <a:spcBef>
                <a:spcPts val="0"/>
              </a:spcBef>
              <a:spcAft>
                <a:spcPts val="0"/>
              </a:spcAft>
              <a:buClr>
                <a:schemeClr val="dk1"/>
              </a:buClr>
              <a:buSzPts val="1300"/>
              <a:buNone/>
              <a:defRPr>
                <a:solidFill>
                  <a:schemeClr val="dk1"/>
                </a:solidFill>
              </a:defRPr>
            </a:lvl6pPr>
            <a:lvl7pPr lvl="6" algn="ctr" rtl="0">
              <a:lnSpc>
                <a:spcPct val="100000"/>
              </a:lnSpc>
              <a:spcBef>
                <a:spcPts val="0"/>
              </a:spcBef>
              <a:spcAft>
                <a:spcPts val="0"/>
              </a:spcAft>
              <a:buClr>
                <a:schemeClr val="dk1"/>
              </a:buClr>
              <a:buSzPts val="1300"/>
              <a:buNone/>
              <a:defRPr>
                <a:solidFill>
                  <a:schemeClr val="dk1"/>
                </a:solidFill>
              </a:defRPr>
            </a:lvl7pPr>
            <a:lvl8pPr lvl="7" algn="ctr" rtl="0">
              <a:lnSpc>
                <a:spcPct val="100000"/>
              </a:lnSpc>
              <a:spcBef>
                <a:spcPts val="0"/>
              </a:spcBef>
              <a:spcAft>
                <a:spcPts val="0"/>
              </a:spcAft>
              <a:buClr>
                <a:schemeClr val="dk1"/>
              </a:buClr>
              <a:buSzPts val="1300"/>
              <a:buNone/>
              <a:defRPr>
                <a:solidFill>
                  <a:schemeClr val="dk1"/>
                </a:solidFill>
              </a:defRPr>
            </a:lvl8pPr>
            <a:lvl9pPr lvl="8" algn="ctr"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35" name="Google Shape;235;p30"/>
          <p:cNvSpPr txBox="1"/>
          <p:nvPr/>
        </p:nvSpPr>
        <p:spPr>
          <a:xfrm>
            <a:off x="2099100" y="3676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Jost"/>
                <a:ea typeface="Jost"/>
                <a:cs typeface="Jost"/>
                <a:sym typeface="Jost"/>
              </a:rPr>
              <a:t>CREDITS:</a:t>
            </a:r>
            <a:r>
              <a:rPr lang="en" sz="1000">
                <a:solidFill>
                  <a:schemeClr val="dk1"/>
                </a:solidFill>
                <a:latin typeface="Jost"/>
                <a:ea typeface="Jost"/>
                <a:cs typeface="Jost"/>
                <a:sym typeface="Jost"/>
              </a:rPr>
              <a:t> This presentation template was created by </a:t>
            </a:r>
            <a:r>
              <a:rPr lang="en" sz="1000" b="1" u="sng">
                <a:solidFill>
                  <a:schemeClr val="accent1"/>
                </a:solidFill>
                <a:latin typeface="Jost"/>
                <a:ea typeface="Jost"/>
                <a:cs typeface="Jost"/>
                <a:sym typeface="Jost"/>
                <a:hlinkClick r:id="rId2">
                  <a:extLst>
                    <a:ext uri="{A12FA001-AC4F-418D-AE19-62706E023703}">
                      <ahyp:hlinkClr xmlns:ahyp="http://schemas.microsoft.com/office/drawing/2018/hyperlinkcolor" val="tx"/>
                    </a:ext>
                  </a:extLst>
                </a:hlinkClick>
              </a:rPr>
              <a:t>Slidesgo</a:t>
            </a:r>
            <a:r>
              <a:rPr lang="en" sz="1000">
                <a:solidFill>
                  <a:schemeClr val="dk1"/>
                </a:solidFill>
                <a:latin typeface="Jost"/>
                <a:ea typeface="Jost"/>
                <a:cs typeface="Jost"/>
                <a:sym typeface="Jost"/>
              </a:rPr>
              <a:t>, and includes icons by </a:t>
            </a:r>
            <a:r>
              <a:rPr lang="en" sz="1000" b="1" u="sng">
                <a:solidFill>
                  <a:schemeClr val="dk1"/>
                </a:solidFill>
                <a:latin typeface="Jost"/>
                <a:ea typeface="Jost"/>
                <a:cs typeface="Jost"/>
                <a:sym typeface="Jost"/>
                <a:hlinkClick r:id="rId3">
                  <a:extLst>
                    <a:ext uri="{A12FA001-AC4F-418D-AE19-62706E023703}">
                      <ahyp:hlinkClr xmlns:ahyp="http://schemas.microsoft.com/office/drawing/2018/hyperlinkcolor" val="tx"/>
                    </a:ext>
                  </a:extLst>
                </a:hlinkClick>
              </a:rPr>
              <a:t>Flaticon</a:t>
            </a:r>
            <a:r>
              <a:rPr lang="en" sz="1000">
                <a:solidFill>
                  <a:schemeClr val="dk1"/>
                </a:solidFill>
                <a:latin typeface="Jost"/>
                <a:ea typeface="Jost"/>
                <a:cs typeface="Jost"/>
                <a:sym typeface="Jost"/>
              </a:rPr>
              <a:t>, and infographics &amp; images by </a:t>
            </a:r>
            <a:r>
              <a:rPr lang="en" sz="1000" b="1" u="sng">
                <a:solidFill>
                  <a:schemeClr val="accent1"/>
                </a:solidFill>
                <a:latin typeface="Jost"/>
                <a:ea typeface="Jost"/>
                <a:cs typeface="Jost"/>
                <a:sym typeface="Jost"/>
                <a:hlinkClick r:id="rId4">
                  <a:extLst>
                    <a:ext uri="{A12FA001-AC4F-418D-AE19-62706E023703}">
                      <ahyp:hlinkClr xmlns:ahyp="http://schemas.microsoft.com/office/drawing/2018/hyperlinkcolor" val="tx"/>
                    </a:ext>
                  </a:extLst>
                </a:hlinkClick>
              </a:rPr>
              <a:t>Freepik</a:t>
            </a:r>
            <a:r>
              <a:rPr lang="en" sz="1000" u="sng">
                <a:solidFill>
                  <a:schemeClr val="accent1"/>
                </a:solidFill>
                <a:latin typeface="Jost"/>
                <a:ea typeface="Jost"/>
                <a:cs typeface="Jost"/>
                <a:sym typeface="Jost"/>
              </a:rPr>
              <a:t> </a:t>
            </a:r>
            <a:endParaRPr sz="1000" b="1" u="sng">
              <a:solidFill>
                <a:schemeClr val="accent1"/>
              </a:solidFill>
              <a:latin typeface="Jost"/>
              <a:ea typeface="Jost"/>
              <a:cs typeface="Jost"/>
              <a:sym typeface="Jos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6"/>
        <p:cNvGrpSpPr/>
        <p:nvPr/>
      </p:nvGrpSpPr>
      <p:grpSpPr>
        <a:xfrm>
          <a:off x="0" y="0"/>
          <a:ext cx="0" cy="0"/>
          <a:chOff x="0" y="0"/>
          <a:chExt cx="0" cy="0"/>
        </a:xfrm>
      </p:grpSpPr>
      <p:sp>
        <p:nvSpPr>
          <p:cNvPr id="237" name="Google Shape;237;p31"/>
          <p:cNvSpPr/>
          <p:nvPr/>
        </p:nvSpPr>
        <p:spPr>
          <a:xfrm rot="-6146075">
            <a:off x="8303073" y="-1431109"/>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1"/>
          <p:cNvSpPr/>
          <p:nvPr/>
        </p:nvSpPr>
        <p:spPr>
          <a:xfrm rot="-6145876">
            <a:off x="-251580" y="4011032"/>
            <a:ext cx="2140586" cy="2140586"/>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1"/>
          <p:cNvSpPr/>
          <p:nvPr/>
        </p:nvSpPr>
        <p:spPr>
          <a:xfrm>
            <a:off x="-1378525" y="4228350"/>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1"/>
          <p:cNvSpPr/>
          <p:nvPr/>
        </p:nvSpPr>
        <p:spPr>
          <a:xfrm rot="-9313205">
            <a:off x="-1228996" y="-1775599"/>
            <a:ext cx="2769283" cy="2701899"/>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1"/>
          <p:cNvSpPr/>
          <p:nvPr/>
        </p:nvSpPr>
        <p:spPr>
          <a:xfrm rot="-9313068">
            <a:off x="8201124" y="4357553"/>
            <a:ext cx="1190209" cy="1161084"/>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1"/>
          <p:cNvSpPr/>
          <p:nvPr/>
        </p:nvSpPr>
        <p:spPr>
          <a:xfrm>
            <a:off x="6830425" y="-2096225"/>
            <a:ext cx="2486100" cy="2486100"/>
          </a:xfrm>
          <a:prstGeom prst="donut">
            <a:avLst>
              <a:gd name="adj" fmla="val 1599"/>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3"/>
        <p:cNvGrpSpPr/>
        <p:nvPr/>
      </p:nvGrpSpPr>
      <p:grpSpPr>
        <a:xfrm>
          <a:off x="0" y="0"/>
          <a:ext cx="0" cy="0"/>
          <a:chOff x="0" y="0"/>
          <a:chExt cx="0" cy="0"/>
        </a:xfrm>
      </p:grpSpPr>
      <p:sp>
        <p:nvSpPr>
          <p:cNvPr id="244" name="Google Shape;244;p32"/>
          <p:cNvSpPr/>
          <p:nvPr/>
        </p:nvSpPr>
        <p:spPr>
          <a:xfrm rot="-6146075">
            <a:off x="6387548" y="4518791"/>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2"/>
          <p:cNvSpPr/>
          <p:nvPr/>
        </p:nvSpPr>
        <p:spPr>
          <a:xfrm rot="-6146075">
            <a:off x="-1409877" y="-1742334"/>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2"/>
          <p:cNvSpPr/>
          <p:nvPr/>
        </p:nvSpPr>
        <p:spPr>
          <a:xfrm rot="8927291" flipH="1">
            <a:off x="8250938" y="3920420"/>
            <a:ext cx="1292721" cy="1699602"/>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247" name="Google Shape;247;p32"/>
          <p:cNvSpPr/>
          <p:nvPr/>
        </p:nvSpPr>
        <p:spPr>
          <a:xfrm rot="8927291" flipH="1">
            <a:off x="66863" y="-959555"/>
            <a:ext cx="1292721" cy="1699602"/>
          </a:xfrm>
          <a:custGeom>
            <a:avLst/>
            <a:gdLst/>
            <a:ahLst/>
            <a:cxnLst/>
            <a:rect l="l" t="t" r="r" b="b"/>
            <a:pathLst>
              <a:path w="31839" h="67984" extrusionOk="0">
                <a:moveTo>
                  <a:pt x="1240" y="971"/>
                </a:moveTo>
                <a:cubicBezTo>
                  <a:pt x="5084" y="-5103"/>
                  <a:pt x="30455" y="19884"/>
                  <a:pt x="31685" y="30955"/>
                </a:cubicBezTo>
                <a:cubicBezTo>
                  <a:pt x="32915" y="42026"/>
                  <a:pt x="13694" y="72395"/>
                  <a:pt x="8620" y="67398"/>
                </a:cubicBezTo>
                <a:cubicBezTo>
                  <a:pt x="3546" y="62401"/>
                  <a:pt x="-2604" y="7045"/>
                  <a:pt x="1240" y="971"/>
                </a:cubicBezTo>
                <a:close/>
              </a:path>
            </a:pathLst>
          </a:custGeom>
          <a:gradFill>
            <a:gsLst>
              <a:gs pos="0">
                <a:srgbClr val="1C4587"/>
              </a:gs>
              <a:gs pos="47000">
                <a:srgbClr val="A4C2F4"/>
              </a:gs>
              <a:gs pos="100000">
                <a:schemeClr val="dk1"/>
              </a:gs>
            </a:gsLst>
            <a:lin ang="13500032" scaled="0"/>
          </a:gradFill>
          <a:ln>
            <a:noFill/>
          </a:ln>
        </p:spPr>
      </p:sp>
      <p:sp>
        <p:nvSpPr>
          <p:cNvPr id="248" name="Google Shape;248;p32"/>
          <p:cNvSpPr/>
          <p:nvPr/>
        </p:nvSpPr>
        <p:spPr>
          <a:xfrm>
            <a:off x="-1378525" y="4228350"/>
            <a:ext cx="2486100" cy="2486100"/>
          </a:xfrm>
          <a:prstGeom prst="donut">
            <a:avLst>
              <a:gd name="adj" fmla="val 1599"/>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2"/>
          <p:cNvSpPr/>
          <p:nvPr/>
        </p:nvSpPr>
        <p:spPr>
          <a:xfrm>
            <a:off x="6989200" y="-1873975"/>
            <a:ext cx="2486100" cy="2486100"/>
          </a:xfrm>
          <a:prstGeom prst="donut">
            <a:avLst>
              <a:gd name="adj" fmla="val 1599"/>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lt1"/>
              </a:buClr>
              <a:buSzPts val="3000"/>
              <a:buFont typeface="Montserrat"/>
              <a:buNone/>
              <a:defRPr sz="3000" b="1">
                <a:solidFill>
                  <a:schemeClr val="lt1"/>
                </a:solidFill>
                <a:latin typeface="Montserrat"/>
                <a:ea typeface="Montserrat"/>
                <a:cs typeface="Montserrat"/>
                <a:sym typeface="Montserrat"/>
              </a:defRPr>
            </a:lvl1pPr>
            <a:lvl2pPr lvl="1"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2pPr>
            <a:lvl3pPr lvl="2"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3pPr>
            <a:lvl4pPr lvl="3"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4pPr>
            <a:lvl5pPr lvl="4"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5pPr>
            <a:lvl6pPr lvl="5"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6pPr>
            <a:lvl7pPr lvl="6"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7pPr>
            <a:lvl8pPr lvl="7"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8pPr>
            <a:lvl9pPr lvl="8" algn="ctr" rtl="0">
              <a:spcBef>
                <a:spcPts val="0"/>
              </a:spcBef>
              <a:spcAft>
                <a:spcPts val="0"/>
              </a:spcAft>
              <a:buClr>
                <a:schemeClr val="lt1"/>
              </a:buClr>
              <a:buSzPts val="3500"/>
              <a:buFont typeface="Montserrat"/>
              <a:buNone/>
              <a:defRPr sz="3500" b="1">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1pPr>
            <a:lvl2pPr marL="914400" lvl="1"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2pPr>
            <a:lvl3pPr marL="1371600" lvl="2"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3pPr>
            <a:lvl4pPr marL="1828800" lvl="3"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4pPr>
            <a:lvl5pPr marL="2286000" lvl="4"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5pPr>
            <a:lvl6pPr marL="2743200" lvl="5"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6pPr>
            <a:lvl7pPr marL="3200400" lvl="6"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7pPr>
            <a:lvl8pPr marL="3657600" lvl="7"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8pPr>
            <a:lvl9pPr marL="4114800" lvl="8" indent="-311150">
              <a:lnSpc>
                <a:spcPct val="100000"/>
              </a:lnSpc>
              <a:spcBef>
                <a:spcPts val="0"/>
              </a:spcBef>
              <a:spcAft>
                <a:spcPts val="0"/>
              </a:spcAft>
              <a:buClr>
                <a:schemeClr val="lt1"/>
              </a:buClr>
              <a:buSzPts val="1300"/>
              <a:buFont typeface="Jost"/>
              <a:buChar char="■"/>
              <a:defRPr sz="1300">
                <a:solidFill>
                  <a:schemeClr val="lt1"/>
                </a:solidFill>
                <a:latin typeface="Jost"/>
                <a:ea typeface="Jost"/>
                <a:cs typeface="Jost"/>
                <a:sym typeface="Jos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p:nvPr/>
        </p:nvSpPr>
        <p:spPr>
          <a:xfrm rot="-9313205">
            <a:off x="-749846" y="-738649"/>
            <a:ext cx="2769283" cy="2701899"/>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3"/>
          <p:cNvSpPr txBox="1">
            <a:spLocks noGrp="1"/>
          </p:cNvSpPr>
          <p:nvPr>
            <p:ph type="ctrTitle"/>
          </p:nvPr>
        </p:nvSpPr>
        <p:spPr>
          <a:xfrm>
            <a:off x="878675" y="1734975"/>
            <a:ext cx="7829400" cy="17046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4800" b="0">
                <a:solidFill>
                  <a:schemeClr val="accent1"/>
                </a:solidFill>
              </a:rPr>
              <a:t>#CodeToImpact 2023</a:t>
            </a:r>
            <a:endParaRPr sz="4800">
              <a:solidFill>
                <a:schemeClr val="accent1"/>
              </a:solidFill>
            </a:endParaRPr>
          </a:p>
          <a:p>
            <a:pPr marL="0" lvl="0" indent="0" algn="ctr" rtl="0">
              <a:lnSpc>
                <a:spcPct val="100000"/>
              </a:lnSpc>
              <a:spcBef>
                <a:spcPts val="0"/>
              </a:spcBef>
              <a:spcAft>
                <a:spcPts val="0"/>
              </a:spcAft>
              <a:buNone/>
            </a:pPr>
            <a:r>
              <a:rPr lang="en" sz="4800">
                <a:solidFill>
                  <a:schemeClr val="accent1"/>
                </a:solidFill>
              </a:rPr>
              <a:t>Alpha Analytica</a:t>
            </a:r>
            <a:endParaRPr sz="4800">
              <a:solidFill>
                <a:schemeClr val="accent1"/>
              </a:solidFill>
            </a:endParaRPr>
          </a:p>
        </p:txBody>
      </p:sp>
      <p:sp>
        <p:nvSpPr>
          <p:cNvPr id="256" name="Google Shape;256;p33"/>
          <p:cNvSpPr txBox="1">
            <a:spLocks noGrp="1"/>
          </p:cNvSpPr>
          <p:nvPr>
            <p:ph type="subTitle" idx="1"/>
          </p:nvPr>
        </p:nvSpPr>
        <p:spPr>
          <a:xfrm>
            <a:off x="2458200" y="3616000"/>
            <a:ext cx="4227600" cy="4218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1"/>
                </a:solidFill>
              </a:rPr>
              <a:t>Team 2</a:t>
            </a:r>
            <a:endParaRPr>
              <a:solidFill>
                <a:schemeClr val="accent1"/>
              </a:solidFill>
            </a:endParaRPr>
          </a:p>
        </p:txBody>
      </p:sp>
      <p:sp>
        <p:nvSpPr>
          <p:cNvPr id="257" name="Google Shape;257;p33"/>
          <p:cNvSpPr/>
          <p:nvPr/>
        </p:nvSpPr>
        <p:spPr>
          <a:xfrm>
            <a:off x="8107875" y="4037800"/>
            <a:ext cx="1581900" cy="1562100"/>
          </a:xfrm>
          <a:prstGeom prst="ellipse">
            <a:avLst/>
          </a:prstGeom>
          <a:gradFill>
            <a:gsLst>
              <a:gs pos="0">
                <a:srgbClr val="1C4587"/>
              </a:gs>
              <a:gs pos="47000">
                <a:srgbClr val="A4C2F4"/>
              </a:gs>
              <a:gs pos="100000">
                <a:schemeClr val="dk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3"/>
          <p:cNvSpPr/>
          <p:nvPr/>
        </p:nvSpPr>
        <p:spPr>
          <a:xfrm>
            <a:off x="7816850" y="285700"/>
            <a:ext cx="777132" cy="793076"/>
          </a:xfrm>
          <a:custGeom>
            <a:avLst/>
            <a:gdLst/>
            <a:ahLst/>
            <a:cxnLst/>
            <a:rect l="l" t="t" r="r" b="b"/>
            <a:pathLst>
              <a:path w="66922" h="68295" fill="none" extrusionOk="0">
                <a:moveTo>
                  <a:pt x="1" y="1"/>
                </a:moveTo>
                <a:lnTo>
                  <a:pt x="45079" y="1"/>
                </a:lnTo>
                <a:cubicBezTo>
                  <a:pt x="57141" y="1"/>
                  <a:pt x="66921" y="9781"/>
                  <a:pt x="66921" y="21843"/>
                </a:cubicBezTo>
                <a:lnTo>
                  <a:pt x="66921" y="68294"/>
                </a:lnTo>
              </a:path>
            </a:pathLst>
          </a:custGeom>
          <a:solidFill>
            <a:schemeClr val="dk2"/>
          </a:solidFill>
          <a:ln w="9525" cap="flat" cmpd="sng">
            <a:solidFill>
              <a:schemeClr val="dk2"/>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3"/>
          <p:cNvSpPr/>
          <p:nvPr/>
        </p:nvSpPr>
        <p:spPr>
          <a:xfrm rot="10800000">
            <a:off x="437675" y="4078250"/>
            <a:ext cx="777132" cy="793076"/>
          </a:xfrm>
          <a:custGeom>
            <a:avLst/>
            <a:gdLst/>
            <a:ahLst/>
            <a:cxnLst/>
            <a:rect l="l" t="t" r="r" b="b"/>
            <a:pathLst>
              <a:path w="66922" h="68295" fill="none" extrusionOk="0">
                <a:moveTo>
                  <a:pt x="1" y="1"/>
                </a:moveTo>
                <a:lnTo>
                  <a:pt x="45079" y="1"/>
                </a:lnTo>
                <a:cubicBezTo>
                  <a:pt x="57141" y="1"/>
                  <a:pt x="66921" y="9781"/>
                  <a:pt x="66921" y="21843"/>
                </a:cubicBezTo>
                <a:lnTo>
                  <a:pt x="66921" y="68294"/>
                </a:lnTo>
              </a:path>
            </a:pathLst>
          </a:custGeom>
          <a:solidFill>
            <a:schemeClr val="dk2"/>
          </a:solidFill>
          <a:ln w="9525" cap="flat" cmpd="sng">
            <a:solidFill>
              <a:schemeClr val="dk2"/>
            </a:solidFill>
            <a:prstDash val="solid"/>
            <a:miter lim="211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0" name="Google Shape;260;p33"/>
          <p:cNvPicPr preferRelativeResize="0"/>
          <p:nvPr/>
        </p:nvPicPr>
        <p:blipFill>
          <a:blip r:embed="rId3">
            <a:alphaModFix/>
          </a:blip>
          <a:stretch>
            <a:fillRect/>
          </a:stretch>
        </p:blipFill>
        <p:spPr>
          <a:xfrm>
            <a:off x="384775" y="446250"/>
            <a:ext cx="1318101" cy="7048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Meet Our Team</a:t>
            </a:r>
            <a:endParaRPr/>
          </a:p>
        </p:txBody>
      </p:sp>
      <p:sp>
        <p:nvSpPr>
          <p:cNvPr id="266" name="Google Shape;266;p34"/>
          <p:cNvSpPr/>
          <p:nvPr/>
        </p:nvSpPr>
        <p:spPr>
          <a:xfrm>
            <a:off x="1381750" y="1723975"/>
            <a:ext cx="1174800" cy="1174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4"/>
          <p:cNvSpPr/>
          <p:nvPr/>
        </p:nvSpPr>
        <p:spPr>
          <a:xfrm>
            <a:off x="3066675" y="1723975"/>
            <a:ext cx="1174800" cy="1174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4"/>
          <p:cNvSpPr/>
          <p:nvPr/>
        </p:nvSpPr>
        <p:spPr>
          <a:xfrm>
            <a:off x="4751600" y="1723975"/>
            <a:ext cx="1174800" cy="1174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4"/>
          <p:cNvSpPr/>
          <p:nvPr/>
        </p:nvSpPr>
        <p:spPr>
          <a:xfrm>
            <a:off x="6472050" y="1723975"/>
            <a:ext cx="1174800" cy="1174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4"/>
          <p:cNvSpPr txBox="1">
            <a:spLocks noGrp="1"/>
          </p:cNvSpPr>
          <p:nvPr>
            <p:ph type="subTitle" idx="2"/>
          </p:nvPr>
        </p:nvSpPr>
        <p:spPr>
          <a:xfrm>
            <a:off x="4563350" y="2898775"/>
            <a:ext cx="1551300" cy="50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G WAYNE</a:t>
            </a:r>
            <a:endParaRPr b="1"/>
          </a:p>
          <a:p>
            <a:pPr marL="0" lvl="0" indent="0" algn="ctr" rtl="0">
              <a:spcBef>
                <a:spcPts val="0"/>
              </a:spcBef>
              <a:spcAft>
                <a:spcPts val="0"/>
              </a:spcAft>
              <a:buNone/>
            </a:pPr>
            <a:r>
              <a:rPr lang="en"/>
              <a:t>Quarter-Stack Developer</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71" name="Google Shape;271;p34"/>
          <p:cNvSpPr txBox="1">
            <a:spLocks noGrp="1"/>
          </p:cNvSpPr>
          <p:nvPr>
            <p:ph type="subTitle" idx="2"/>
          </p:nvPr>
        </p:nvSpPr>
        <p:spPr>
          <a:xfrm>
            <a:off x="2878425" y="2898775"/>
            <a:ext cx="1551300" cy="50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SISHI</a:t>
            </a:r>
            <a:endParaRPr b="1"/>
          </a:p>
          <a:p>
            <a:pPr marL="0" lvl="0" indent="0" algn="ctr" rtl="0">
              <a:spcBef>
                <a:spcPts val="0"/>
              </a:spcBef>
              <a:spcAft>
                <a:spcPts val="0"/>
              </a:spcAft>
              <a:buNone/>
            </a:pPr>
            <a:r>
              <a:rPr lang="en"/>
              <a:t>Quarter-Stack Developer</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72" name="Google Shape;272;p34"/>
          <p:cNvSpPr txBox="1">
            <a:spLocks noGrp="1"/>
          </p:cNvSpPr>
          <p:nvPr>
            <p:ph type="subTitle" idx="2"/>
          </p:nvPr>
        </p:nvSpPr>
        <p:spPr>
          <a:xfrm>
            <a:off x="1193500" y="2898775"/>
            <a:ext cx="1551300" cy="50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NGOC</a:t>
            </a:r>
            <a:endParaRPr b="1"/>
          </a:p>
          <a:p>
            <a:pPr marL="0" lvl="0" indent="0" algn="ctr" rtl="0">
              <a:spcBef>
                <a:spcPts val="0"/>
              </a:spcBef>
              <a:spcAft>
                <a:spcPts val="0"/>
              </a:spcAft>
              <a:buNone/>
            </a:pPr>
            <a:r>
              <a:rPr lang="en"/>
              <a:t>Quarter-Stack Developer</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73" name="Google Shape;273;p34"/>
          <p:cNvSpPr txBox="1">
            <a:spLocks noGrp="1"/>
          </p:cNvSpPr>
          <p:nvPr>
            <p:ph type="subTitle" idx="2"/>
          </p:nvPr>
        </p:nvSpPr>
        <p:spPr>
          <a:xfrm>
            <a:off x="6283800" y="2898775"/>
            <a:ext cx="1551300" cy="50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FU WEN</a:t>
            </a:r>
            <a:endParaRPr b="1"/>
          </a:p>
          <a:p>
            <a:pPr marL="0" lvl="0" indent="0" algn="ctr" rtl="0">
              <a:spcBef>
                <a:spcPts val="0"/>
              </a:spcBef>
              <a:spcAft>
                <a:spcPts val="0"/>
              </a:spcAft>
              <a:buNone/>
            </a:pPr>
            <a:r>
              <a:rPr lang="en"/>
              <a:t>Quarter-Stack Developer</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pic>
        <p:nvPicPr>
          <p:cNvPr id="274" name="Google Shape;274;p34"/>
          <p:cNvPicPr preferRelativeResize="0"/>
          <p:nvPr/>
        </p:nvPicPr>
        <p:blipFill>
          <a:blip r:embed="rId3">
            <a:alphaModFix/>
          </a:blip>
          <a:stretch>
            <a:fillRect/>
          </a:stretch>
        </p:blipFill>
        <p:spPr>
          <a:xfrm>
            <a:off x="1628775" y="1971000"/>
            <a:ext cx="680750" cy="680750"/>
          </a:xfrm>
          <a:prstGeom prst="rect">
            <a:avLst/>
          </a:prstGeom>
          <a:noFill/>
          <a:ln>
            <a:noFill/>
          </a:ln>
        </p:spPr>
      </p:pic>
      <p:pic>
        <p:nvPicPr>
          <p:cNvPr id="275" name="Google Shape;275;p34"/>
          <p:cNvPicPr preferRelativeResize="0"/>
          <p:nvPr/>
        </p:nvPicPr>
        <p:blipFill>
          <a:blip r:embed="rId4">
            <a:alphaModFix/>
          </a:blip>
          <a:stretch>
            <a:fillRect/>
          </a:stretch>
        </p:blipFill>
        <p:spPr>
          <a:xfrm>
            <a:off x="3322925" y="1959050"/>
            <a:ext cx="704650" cy="704650"/>
          </a:xfrm>
          <a:prstGeom prst="rect">
            <a:avLst/>
          </a:prstGeom>
          <a:noFill/>
          <a:ln>
            <a:noFill/>
          </a:ln>
        </p:spPr>
      </p:pic>
      <p:pic>
        <p:nvPicPr>
          <p:cNvPr id="276" name="Google Shape;276;p34"/>
          <p:cNvPicPr preferRelativeResize="0"/>
          <p:nvPr/>
        </p:nvPicPr>
        <p:blipFill>
          <a:blip r:embed="rId5">
            <a:alphaModFix/>
          </a:blip>
          <a:stretch>
            <a:fillRect/>
          </a:stretch>
        </p:blipFill>
        <p:spPr>
          <a:xfrm>
            <a:off x="6719073" y="1970989"/>
            <a:ext cx="680750" cy="680772"/>
          </a:xfrm>
          <a:prstGeom prst="rect">
            <a:avLst/>
          </a:prstGeom>
          <a:noFill/>
          <a:ln>
            <a:noFill/>
          </a:ln>
        </p:spPr>
      </p:pic>
      <p:pic>
        <p:nvPicPr>
          <p:cNvPr id="277" name="Google Shape;277;p34"/>
          <p:cNvPicPr preferRelativeResize="0"/>
          <p:nvPr/>
        </p:nvPicPr>
        <p:blipFill>
          <a:blip r:embed="rId6">
            <a:alphaModFix/>
          </a:blip>
          <a:stretch>
            <a:fillRect/>
          </a:stretch>
        </p:blipFill>
        <p:spPr>
          <a:xfrm>
            <a:off x="4965888" y="1982575"/>
            <a:ext cx="746225" cy="746224"/>
          </a:xfrm>
          <a:prstGeom prst="rect">
            <a:avLst/>
          </a:prstGeom>
          <a:noFill/>
          <a:ln>
            <a:noFill/>
          </a:ln>
        </p:spPr>
      </p:pic>
      <p:sp>
        <p:nvSpPr>
          <p:cNvPr id="278" name="Google Shape;278;p34"/>
          <p:cNvSpPr txBox="1"/>
          <p:nvPr/>
        </p:nvSpPr>
        <p:spPr>
          <a:xfrm>
            <a:off x="3718950" y="4009275"/>
            <a:ext cx="1706100" cy="68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Jost"/>
                <a:ea typeface="Jost"/>
                <a:cs typeface="Jost"/>
                <a:sym typeface="Jost"/>
              </a:rPr>
              <a:t>Full-Stack Developer</a:t>
            </a:r>
            <a:endParaRPr>
              <a:latin typeface="Jost"/>
              <a:ea typeface="Jost"/>
              <a:cs typeface="Jost"/>
              <a:sym typeface="Jost"/>
            </a:endParaRPr>
          </a:p>
        </p:txBody>
      </p:sp>
      <p:sp>
        <p:nvSpPr>
          <p:cNvPr id="279" name="Google Shape;279;p34"/>
          <p:cNvSpPr/>
          <p:nvPr/>
        </p:nvSpPr>
        <p:spPr>
          <a:xfrm rot="5400000">
            <a:off x="4373400" y="3644325"/>
            <a:ext cx="397200" cy="332700"/>
          </a:xfrm>
          <a:prstGeom prst="rightArrow">
            <a:avLst>
              <a:gd name="adj1" fmla="val 50000"/>
              <a:gd name="adj2" fmla="val 5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Agenda</a:t>
            </a:r>
            <a:endParaRPr/>
          </a:p>
        </p:txBody>
      </p:sp>
      <p:sp>
        <p:nvSpPr>
          <p:cNvPr id="285" name="Google Shape;285;p35"/>
          <p:cNvSpPr txBox="1">
            <a:spLocks noGrp="1"/>
          </p:cNvSpPr>
          <p:nvPr>
            <p:ph type="subTitle" idx="2"/>
          </p:nvPr>
        </p:nvSpPr>
        <p:spPr>
          <a:xfrm>
            <a:off x="949350" y="1262400"/>
            <a:ext cx="7245300" cy="2189100"/>
          </a:xfrm>
          <a:prstGeom prst="rect">
            <a:avLst/>
          </a:prstGeom>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Char char="●"/>
            </a:pPr>
            <a:r>
              <a:rPr lang="en" sz="1600"/>
              <a:t>Problem Statement</a:t>
            </a:r>
            <a:endParaRPr sz="1600"/>
          </a:p>
          <a:p>
            <a:pPr marL="457200" lvl="0" indent="-330200" algn="l" rtl="0">
              <a:lnSpc>
                <a:spcPct val="150000"/>
              </a:lnSpc>
              <a:spcBef>
                <a:spcPts val="0"/>
              </a:spcBef>
              <a:spcAft>
                <a:spcPts val="0"/>
              </a:spcAft>
              <a:buSzPts val="1600"/>
              <a:buChar char="●"/>
            </a:pPr>
            <a:r>
              <a:rPr lang="en" sz="1600"/>
              <a:t>What is Alpha Analytica</a:t>
            </a:r>
            <a:endParaRPr sz="1600"/>
          </a:p>
          <a:p>
            <a:pPr marL="457200" lvl="0" indent="-330200" algn="l" rtl="0">
              <a:lnSpc>
                <a:spcPct val="150000"/>
              </a:lnSpc>
              <a:spcBef>
                <a:spcPts val="0"/>
              </a:spcBef>
              <a:spcAft>
                <a:spcPts val="0"/>
              </a:spcAft>
              <a:buSzPts val="1600"/>
              <a:buChar char="●"/>
            </a:pPr>
            <a:r>
              <a:rPr lang="en" sz="1600"/>
              <a:t>Assumptions</a:t>
            </a:r>
            <a:endParaRPr sz="1600"/>
          </a:p>
          <a:p>
            <a:pPr marL="457200" lvl="0" indent="-330200" algn="l" rtl="0">
              <a:lnSpc>
                <a:spcPct val="150000"/>
              </a:lnSpc>
              <a:spcBef>
                <a:spcPts val="0"/>
              </a:spcBef>
              <a:spcAft>
                <a:spcPts val="0"/>
              </a:spcAft>
              <a:buSzPts val="1600"/>
              <a:buChar char="●"/>
            </a:pPr>
            <a:r>
              <a:rPr lang="en" sz="1600"/>
              <a:t>Solution Architecture</a:t>
            </a:r>
            <a:endParaRPr sz="1600"/>
          </a:p>
          <a:p>
            <a:pPr marL="457200" lvl="0" indent="-330200" algn="l" rtl="0">
              <a:lnSpc>
                <a:spcPct val="150000"/>
              </a:lnSpc>
              <a:spcBef>
                <a:spcPts val="0"/>
              </a:spcBef>
              <a:spcAft>
                <a:spcPts val="0"/>
              </a:spcAft>
              <a:buSzPts val="1600"/>
              <a:buChar char="●"/>
            </a:pPr>
            <a:r>
              <a:rPr lang="en" sz="1600"/>
              <a:t>System Design</a:t>
            </a:r>
            <a:endParaRPr sz="1600"/>
          </a:p>
          <a:p>
            <a:pPr marL="457200" lvl="0" indent="-330200" algn="l" rtl="0">
              <a:lnSpc>
                <a:spcPct val="150000"/>
              </a:lnSpc>
              <a:spcBef>
                <a:spcPts val="0"/>
              </a:spcBef>
              <a:spcAft>
                <a:spcPts val="0"/>
              </a:spcAft>
              <a:buSzPts val="1600"/>
              <a:buChar char="●"/>
            </a:pPr>
            <a:r>
              <a:rPr lang="en" sz="1600"/>
              <a:t>Challenges</a:t>
            </a:r>
            <a:endParaRPr sz="1600"/>
          </a:p>
          <a:p>
            <a:pPr marL="457200" lvl="0" indent="-330200" algn="l" rtl="0">
              <a:lnSpc>
                <a:spcPct val="150000"/>
              </a:lnSpc>
              <a:spcBef>
                <a:spcPts val="0"/>
              </a:spcBef>
              <a:spcAft>
                <a:spcPts val="0"/>
              </a:spcAft>
              <a:buSzPts val="1600"/>
              <a:buChar char="●"/>
            </a:pPr>
            <a:r>
              <a:rPr lang="en" sz="1600"/>
              <a:t>Learning Points</a:t>
            </a:r>
            <a:endParaRPr sz="1600"/>
          </a:p>
          <a:p>
            <a:pPr marL="457200" lvl="0" indent="-330200" algn="l" rtl="0">
              <a:lnSpc>
                <a:spcPct val="150000"/>
              </a:lnSpc>
              <a:spcBef>
                <a:spcPts val="0"/>
              </a:spcBef>
              <a:spcAft>
                <a:spcPts val="0"/>
              </a:spcAft>
              <a:buSzPts val="1600"/>
              <a:buChar char="●"/>
            </a:pPr>
            <a:r>
              <a:rPr lang="en" sz="1600"/>
              <a:t>Future Work</a:t>
            </a:r>
            <a:endParaRPr sz="1600"/>
          </a:p>
          <a:p>
            <a:pPr marL="457200" lvl="0" indent="-330200" algn="l" rtl="0">
              <a:lnSpc>
                <a:spcPct val="150000"/>
              </a:lnSpc>
              <a:spcBef>
                <a:spcPts val="0"/>
              </a:spcBef>
              <a:spcAft>
                <a:spcPts val="0"/>
              </a:spcAft>
              <a:buSzPts val="1600"/>
              <a:buChar char="●"/>
            </a:pPr>
            <a:r>
              <a:rPr lang="en" sz="1600"/>
              <a:t>Demo</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Problem Statement</a:t>
            </a:r>
            <a:endParaRPr/>
          </a:p>
        </p:txBody>
      </p:sp>
      <p:sp>
        <p:nvSpPr>
          <p:cNvPr id="291" name="Google Shape;291;p36"/>
          <p:cNvSpPr txBox="1"/>
          <p:nvPr/>
        </p:nvSpPr>
        <p:spPr>
          <a:xfrm>
            <a:off x="1642350" y="1980325"/>
            <a:ext cx="5859300" cy="140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a:latin typeface="Jost"/>
                <a:ea typeface="Jost"/>
                <a:cs typeface="Jost"/>
                <a:sym typeface="Jost"/>
              </a:rPr>
              <a:t>How might we help senior managers have better control and insights into investment assets?</a:t>
            </a:r>
            <a:endParaRPr sz="2600">
              <a:latin typeface="Jost"/>
              <a:ea typeface="Jost"/>
              <a:cs typeface="Jost"/>
              <a:sym typeface="Jo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7"/>
          <p:cNvSpPr txBox="1">
            <a:spLocks noGrp="1"/>
          </p:cNvSpPr>
          <p:nvPr>
            <p:ph type="title"/>
          </p:nvPr>
        </p:nvSpPr>
        <p:spPr>
          <a:xfrm>
            <a:off x="1284000" y="1830438"/>
            <a:ext cx="6576000" cy="148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a:solidFill>
                  <a:schemeClr val="dk1"/>
                </a:solidFill>
              </a:rPr>
              <a:t>What is </a:t>
            </a:r>
            <a:endParaRPr sz="4800">
              <a:solidFill>
                <a:schemeClr val="dk1"/>
              </a:solidFill>
            </a:endParaRPr>
          </a:p>
          <a:p>
            <a:pPr marL="0" lvl="0" indent="0" algn="ctr" rtl="0">
              <a:spcBef>
                <a:spcPts val="0"/>
              </a:spcBef>
              <a:spcAft>
                <a:spcPts val="0"/>
              </a:spcAft>
              <a:buNone/>
            </a:pPr>
            <a:r>
              <a:rPr lang="en" sz="4800">
                <a:solidFill>
                  <a:schemeClr val="dk1"/>
                </a:solidFill>
              </a:rPr>
              <a:t>Alpha Analytica</a:t>
            </a:r>
            <a:endParaRPr sz="4800">
              <a:solidFill>
                <a:schemeClr val="dk1"/>
              </a:solidFill>
            </a:endParaRPr>
          </a:p>
        </p:txBody>
      </p:sp>
      <p:sp>
        <p:nvSpPr>
          <p:cNvPr id="297" name="Google Shape;297;p37"/>
          <p:cNvSpPr/>
          <p:nvPr/>
        </p:nvSpPr>
        <p:spPr>
          <a:xfrm>
            <a:off x="7621725" y="-2080850"/>
            <a:ext cx="3519600" cy="3519600"/>
          </a:xfrm>
          <a:prstGeom prst="donut">
            <a:avLst>
              <a:gd name="adj" fmla="val 1599"/>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rot="-6146075">
            <a:off x="-1409877" y="-1742334"/>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7"/>
          <p:cNvSpPr/>
          <p:nvPr/>
        </p:nvSpPr>
        <p:spPr>
          <a:xfrm>
            <a:off x="-933987" y="294225"/>
            <a:ext cx="1868400" cy="18684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a:off x="-791825" y="3807750"/>
            <a:ext cx="2301000" cy="2301000"/>
          </a:xfrm>
          <a:prstGeom prst="donut">
            <a:avLst>
              <a:gd name="adj" fmla="val 3041"/>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rot="-6146075">
            <a:off x="6917023" y="3710016"/>
            <a:ext cx="3027518" cy="3027518"/>
          </a:xfrm>
          <a:prstGeom prst="ellipse">
            <a:avLst/>
          </a:prstGeom>
          <a:solidFill>
            <a:srgbClr val="FFFFFF">
              <a:alpha val="61880"/>
            </a:srgbClr>
          </a:solidFill>
          <a:ln>
            <a:noFill/>
          </a:ln>
          <a:effectLst>
            <a:outerShdw blurRad="185738" dist="28575" dir="4440000" algn="bl" rotWithShape="0">
              <a:schemeClr val="dk2">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8351552" y="3477450"/>
            <a:ext cx="646800" cy="646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Alpha Analytica</a:t>
            </a:r>
            <a:endParaRPr/>
          </a:p>
        </p:txBody>
      </p:sp>
      <p:sp>
        <p:nvSpPr>
          <p:cNvPr id="308" name="Google Shape;308;p38"/>
          <p:cNvSpPr txBox="1">
            <a:spLocks noGrp="1"/>
          </p:cNvSpPr>
          <p:nvPr>
            <p:ph type="subTitle" idx="2"/>
          </p:nvPr>
        </p:nvSpPr>
        <p:spPr>
          <a:xfrm>
            <a:off x="1509775" y="2621000"/>
            <a:ext cx="1418100" cy="8295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a:t>Keep track of securities</a:t>
            </a:r>
            <a:endParaRPr sz="1400"/>
          </a:p>
          <a:p>
            <a:pPr marL="457200" lvl="0" indent="0" algn="ctr" rtl="0">
              <a:lnSpc>
                <a:spcPct val="115000"/>
              </a:lnSpc>
              <a:spcBef>
                <a:spcPts val="0"/>
              </a:spcBef>
              <a:spcAft>
                <a:spcPts val="0"/>
              </a:spcAft>
              <a:buNone/>
            </a:pPr>
            <a:endParaRPr sz="1400"/>
          </a:p>
        </p:txBody>
      </p:sp>
      <p:sp>
        <p:nvSpPr>
          <p:cNvPr id="309" name="Google Shape;309;p38"/>
          <p:cNvSpPr txBox="1">
            <a:spLocks noGrp="1"/>
          </p:cNvSpPr>
          <p:nvPr>
            <p:ph type="subTitle" idx="2"/>
          </p:nvPr>
        </p:nvSpPr>
        <p:spPr>
          <a:xfrm>
            <a:off x="3576288" y="2621000"/>
            <a:ext cx="1761300" cy="8295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a:t>Analytics on investments</a:t>
            </a:r>
            <a:endParaRPr sz="1400"/>
          </a:p>
          <a:p>
            <a:pPr marL="457200" lvl="0" indent="0" algn="ctr" rtl="0">
              <a:lnSpc>
                <a:spcPct val="115000"/>
              </a:lnSpc>
              <a:spcBef>
                <a:spcPts val="0"/>
              </a:spcBef>
              <a:spcAft>
                <a:spcPts val="0"/>
              </a:spcAft>
              <a:buNone/>
            </a:pPr>
            <a:endParaRPr sz="1400"/>
          </a:p>
        </p:txBody>
      </p:sp>
      <p:sp>
        <p:nvSpPr>
          <p:cNvPr id="310" name="Google Shape;310;p38"/>
          <p:cNvSpPr txBox="1">
            <a:spLocks noGrp="1"/>
          </p:cNvSpPr>
          <p:nvPr>
            <p:ph type="subTitle" idx="2"/>
          </p:nvPr>
        </p:nvSpPr>
        <p:spPr>
          <a:xfrm>
            <a:off x="5986000" y="2640000"/>
            <a:ext cx="1648200" cy="7068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a:t>Queries across datasets</a:t>
            </a:r>
            <a:endParaRPr sz="1400"/>
          </a:p>
          <a:p>
            <a:pPr marL="457200" lvl="0" indent="0" algn="ctr" rtl="0">
              <a:lnSpc>
                <a:spcPct val="115000"/>
              </a:lnSpc>
              <a:spcBef>
                <a:spcPts val="0"/>
              </a:spcBef>
              <a:spcAft>
                <a:spcPts val="0"/>
              </a:spcAft>
              <a:buNone/>
            </a:pPr>
            <a:endParaRPr sz="1400"/>
          </a:p>
        </p:txBody>
      </p:sp>
      <p:grpSp>
        <p:nvGrpSpPr>
          <p:cNvPr id="311" name="Google Shape;311;p38"/>
          <p:cNvGrpSpPr/>
          <p:nvPr/>
        </p:nvGrpSpPr>
        <p:grpSpPr>
          <a:xfrm>
            <a:off x="4303690" y="2106255"/>
            <a:ext cx="306514" cy="514742"/>
            <a:chOff x="5211031" y="1969108"/>
            <a:chExt cx="226661" cy="363467"/>
          </a:xfrm>
        </p:grpSpPr>
        <p:sp>
          <p:nvSpPr>
            <p:cNvPr id="312" name="Google Shape;312;p38"/>
            <p:cNvSpPr/>
            <p:nvPr/>
          </p:nvSpPr>
          <p:spPr>
            <a:xfrm>
              <a:off x="5211031" y="1969108"/>
              <a:ext cx="226661" cy="363467"/>
            </a:xfrm>
            <a:custGeom>
              <a:avLst/>
              <a:gdLst/>
              <a:ahLst/>
              <a:cxnLst/>
              <a:rect l="l" t="t" r="r" b="b"/>
              <a:pathLst>
                <a:path w="7121" h="11419" extrusionOk="0">
                  <a:moveTo>
                    <a:pt x="6787" y="869"/>
                  </a:moveTo>
                  <a:cubicBezTo>
                    <a:pt x="6787" y="869"/>
                    <a:pt x="6799" y="869"/>
                    <a:pt x="6799" y="881"/>
                  </a:cubicBezTo>
                  <a:lnTo>
                    <a:pt x="6799" y="1238"/>
                  </a:lnTo>
                  <a:lnTo>
                    <a:pt x="6252" y="1250"/>
                  </a:lnTo>
                  <a:cubicBezTo>
                    <a:pt x="6156" y="1250"/>
                    <a:pt x="6085" y="1334"/>
                    <a:pt x="6085" y="1417"/>
                  </a:cubicBezTo>
                  <a:cubicBezTo>
                    <a:pt x="6085" y="1512"/>
                    <a:pt x="6156" y="1584"/>
                    <a:pt x="6252" y="1584"/>
                  </a:cubicBezTo>
                  <a:lnTo>
                    <a:pt x="6442" y="1584"/>
                  </a:lnTo>
                  <a:lnTo>
                    <a:pt x="6442" y="7501"/>
                  </a:lnTo>
                  <a:cubicBezTo>
                    <a:pt x="6442" y="7501"/>
                    <a:pt x="6442" y="7525"/>
                    <a:pt x="6430" y="7525"/>
                  </a:cubicBezTo>
                  <a:lnTo>
                    <a:pt x="703" y="7525"/>
                  </a:lnTo>
                  <a:cubicBezTo>
                    <a:pt x="703" y="7525"/>
                    <a:pt x="679" y="7525"/>
                    <a:pt x="679" y="7501"/>
                  </a:cubicBezTo>
                  <a:lnTo>
                    <a:pt x="679" y="1584"/>
                  </a:lnTo>
                  <a:lnTo>
                    <a:pt x="5537" y="1584"/>
                  </a:lnTo>
                  <a:cubicBezTo>
                    <a:pt x="5621" y="1584"/>
                    <a:pt x="5704" y="1512"/>
                    <a:pt x="5704" y="1417"/>
                  </a:cubicBezTo>
                  <a:cubicBezTo>
                    <a:pt x="5704" y="1334"/>
                    <a:pt x="5621" y="1250"/>
                    <a:pt x="5537" y="1250"/>
                  </a:cubicBezTo>
                  <a:lnTo>
                    <a:pt x="346" y="1250"/>
                  </a:lnTo>
                  <a:cubicBezTo>
                    <a:pt x="346" y="1250"/>
                    <a:pt x="322" y="1250"/>
                    <a:pt x="322" y="1238"/>
                  </a:cubicBezTo>
                  <a:lnTo>
                    <a:pt x="322" y="881"/>
                  </a:lnTo>
                  <a:cubicBezTo>
                    <a:pt x="322" y="881"/>
                    <a:pt x="322" y="869"/>
                    <a:pt x="346" y="869"/>
                  </a:cubicBezTo>
                  <a:close/>
                  <a:moveTo>
                    <a:pt x="5406" y="7858"/>
                  </a:moveTo>
                  <a:lnTo>
                    <a:pt x="5906" y="10394"/>
                  </a:lnTo>
                  <a:lnTo>
                    <a:pt x="3739" y="10394"/>
                  </a:lnTo>
                  <a:lnTo>
                    <a:pt x="3739" y="8418"/>
                  </a:lnTo>
                  <a:cubicBezTo>
                    <a:pt x="3739" y="8323"/>
                    <a:pt x="3656" y="8251"/>
                    <a:pt x="3573" y="8251"/>
                  </a:cubicBezTo>
                  <a:cubicBezTo>
                    <a:pt x="3477" y="8251"/>
                    <a:pt x="3406" y="8323"/>
                    <a:pt x="3406" y="8418"/>
                  </a:cubicBezTo>
                  <a:lnTo>
                    <a:pt x="3406" y="10394"/>
                  </a:lnTo>
                  <a:lnTo>
                    <a:pt x="1239" y="10394"/>
                  </a:lnTo>
                  <a:lnTo>
                    <a:pt x="1739" y="7858"/>
                  </a:lnTo>
                  <a:close/>
                  <a:moveTo>
                    <a:pt x="3573" y="0"/>
                  </a:moveTo>
                  <a:cubicBezTo>
                    <a:pt x="3477" y="0"/>
                    <a:pt x="3406" y="83"/>
                    <a:pt x="3406" y="167"/>
                  </a:cubicBezTo>
                  <a:lnTo>
                    <a:pt x="3406" y="536"/>
                  </a:lnTo>
                  <a:lnTo>
                    <a:pt x="346" y="536"/>
                  </a:lnTo>
                  <a:cubicBezTo>
                    <a:pt x="144" y="536"/>
                    <a:pt x="1" y="691"/>
                    <a:pt x="1" y="881"/>
                  </a:cubicBezTo>
                  <a:lnTo>
                    <a:pt x="1" y="1238"/>
                  </a:lnTo>
                  <a:cubicBezTo>
                    <a:pt x="1" y="1429"/>
                    <a:pt x="144" y="1584"/>
                    <a:pt x="346" y="1584"/>
                  </a:cubicBezTo>
                  <a:lnTo>
                    <a:pt x="358" y="1584"/>
                  </a:lnTo>
                  <a:lnTo>
                    <a:pt x="358" y="7501"/>
                  </a:lnTo>
                  <a:cubicBezTo>
                    <a:pt x="358" y="7703"/>
                    <a:pt x="501" y="7846"/>
                    <a:pt x="691" y="7846"/>
                  </a:cubicBezTo>
                  <a:lnTo>
                    <a:pt x="1382" y="7846"/>
                  </a:lnTo>
                  <a:lnTo>
                    <a:pt x="715" y="11228"/>
                  </a:lnTo>
                  <a:cubicBezTo>
                    <a:pt x="691" y="11311"/>
                    <a:pt x="751" y="11406"/>
                    <a:pt x="846" y="11418"/>
                  </a:cubicBezTo>
                  <a:lnTo>
                    <a:pt x="870" y="11418"/>
                  </a:lnTo>
                  <a:cubicBezTo>
                    <a:pt x="953" y="11418"/>
                    <a:pt x="1025" y="11359"/>
                    <a:pt x="1037" y="11287"/>
                  </a:cubicBezTo>
                  <a:lnTo>
                    <a:pt x="1156" y="10704"/>
                  </a:lnTo>
                  <a:lnTo>
                    <a:pt x="3394" y="10704"/>
                  </a:lnTo>
                  <a:lnTo>
                    <a:pt x="3394" y="11251"/>
                  </a:lnTo>
                  <a:cubicBezTo>
                    <a:pt x="3394" y="11347"/>
                    <a:pt x="3466" y="11418"/>
                    <a:pt x="3549" y="11418"/>
                  </a:cubicBezTo>
                  <a:cubicBezTo>
                    <a:pt x="3644" y="11418"/>
                    <a:pt x="3716" y="11347"/>
                    <a:pt x="3716" y="11251"/>
                  </a:cubicBezTo>
                  <a:lnTo>
                    <a:pt x="3716" y="10704"/>
                  </a:lnTo>
                  <a:lnTo>
                    <a:pt x="5954" y="10704"/>
                  </a:lnTo>
                  <a:lnTo>
                    <a:pt x="6073" y="11287"/>
                  </a:lnTo>
                  <a:cubicBezTo>
                    <a:pt x="6085" y="11359"/>
                    <a:pt x="6156" y="11418"/>
                    <a:pt x="6228" y="11418"/>
                  </a:cubicBezTo>
                  <a:lnTo>
                    <a:pt x="6264" y="11418"/>
                  </a:lnTo>
                  <a:cubicBezTo>
                    <a:pt x="6347" y="11406"/>
                    <a:pt x="6406" y="11311"/>
                    <a:pt x="6394" y="11228"/>
                  </a:cubicBezTo>
                  <a:lnTo>
                    <a:pt x="5728" y="7846"/>
                  </a:lnTo>
                  <a:lnTo>
                    <a:pt x="6406" y="7846"/>
                  </a:lnTo>
                  <a:cubicBezTo>
                    <a:pt x="6609" y="7846"/>
                    <a:pt x="6752" y="7703"/>
                    <a:pt x="6752" y="7501"/>
                  </a:cubicBezTo>
                  <a:lnTo>
                    <a:pt x="6752" y="1584"/>
                  </a:lnTo>
                  <a:lnTo>
                    <a:pt x="6764" y="1584"/>
                  </a:lnTo>
                  <a:cubicBezTo>
                    <a:pt x="6966" y="1584"/>
                    <a:pt x="7109" y="1429"/>
                    <a:pt x="7109" y="1238"/>
                  </a:cubicBezTo>
                  <a:lnTo>
                    <a:pt x="7109" y="881"/>
                  </a:lnTo>
                  <a:cubicBezTo>
                    <a:pt x="7121" y="691"/>
                    <a:pt x="6978" y="524"/>
                    <a:pt x="6787" y="524"/>
                  </a:cubicBezTo>
                  <a:lnTo>
                    <a:pt x="3739" y="524"/>
                  </a:lnTo>
                  <a:lnTo>
                    <a:pt x="3739" y="167"/>
                  </a:lnTo>
                  <a:cubicBezTo>
                    <a:pt x="3739" y="83"/>
                    <a:pt x="3656" y="0"/>
                    <a:pt x="3573" y="0"/>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8"/>
            <p:cNvSpPr/>
            <p:nvPr/>
          </p:nvSpPr>
          <p:spPr>
            <a:xfrm>
              <a:off x="5250468" y="2060046"/>
              <a:ext cx="147819" cy="107649"/>
            </a:xfrm>
            <a:custGeom>
              <a:avLst/>
              <a:gdLst/>
              <a:ahLst/>
              <a:cxnLst/>
              <a:rect l="l" t="t" r="r" b="b"/>
              <a:pathLst>
                <a:path w="4644" h="3382" extrusionOk="0">
                  <a:moveTo>
                    <a:pt x="3584" y="1"/>
                  </a:moveTo>
                  <a:cubicBezTo>
                    <a:pt x="3489" y="1"/>
                    <a:pt x="3417" y="84"/>
                    <a:pt x="3417" y="167"/>
                  </a:cubicBezTo>
                  <a:cubicBezTo>
                    <a:pt x="3417" y="263"/>
                    <a:pt x="3489" y="334"/>
                    <a:pt x="3584" y="334"/>
                  </a:cubicBezTo>
                  <a:lnTo>
                    <a:pt x="4072" y="334"/>
                  </a:lnTo>
                  <a:lnTo>
                    <a:pt x="2417" y="1989"/>
                  </a:lnTo>
                  <a:lnTo>
                    <a:pt x="2405" y="1989"/>
                  </a:lnTo>
                  <a:lnTo>
                    <a:pt x="2036" y="1608"/>
                  </a:lnTo>
                  <a:cubicBezTo>
                    <a:pt x="1971" y="1542"/>
                    <a:pt x="1881" y="1510"/>
                    <a:pt x="1792" y="1510"/>
                  </a:cubicBezTo>
                  <a:cubicBezTo>
                    <a:pt x="1703" y="1510"/>
                    <a:pt x="1613" y="1542"/>
                    <a:pt x="1548" y="1608"/>
                  </a:cubicBezTo>
                  <a:lnTo>
                    <a:pt x="60" y="3096"/>
                  </a:lnTo>
                  <a:cubicBezTo>
                    <a:pt x="0" y="3156"/>
                    <a:pt x="0" y="3275"/>
                    <a:pt x="60" y="3334"/>
                  </a:cubicBezTo>
                  <a:cubicBezTo>
                    <a:pt x="83" y="3370"/>
                    <a:pt x="131" y="3382"/>
                    <a:pt x="179" y="3382"/>
                  </a:cubicBezTo>
                  <a:cubicBezTo>
                    <a:pt x="214" y="3382"/>
                    <a:pt x="262" y="3370"/>
                    <a:pt x="298" y="3334"/>
                  </a:cubicBezTo>
                  <a:lnTo>
                    <a:pt x="1786" y="1846"/>
                  </a:lnTo>
                  <a:lnTo>
                    <a:pt x="1798" y="1846"/>
                  </a:lnTo>
                  <a:lnTo>
                    <a:pt x="2167" y="2227"/>
                  </a:lnTo>
                  <a:cubicBezTo>
                    <a:pt x="2227" y="2287"/>
                    <a:pt x="2310" y="2322"/>
                    <a:pt x="2405" y="2322"/>
                  </a:cubicBezTo>
                  <a:cubicBezTo>
                    <a:pt x="2488" y="2322"/>
                    <a:pt x="2584" y="2298"/>
                    <a:pt x="2643" y="2227"/>
                  </a:cubicBezTo>
                  <a:lnTo>
                    <a:pt x="4298" y="572"/>
                  </a:lnTo>
                  <a:lnTo>
                    <a:pt x="4298" y="1060"/>
                  </a:lnTo>
                  <a:cubicBezTo>
                    <a:pt x="4298" y="1155"/>
                    <a:pt x="4370" y="1227"/>
                    <a:pt x="4453" y="1227"/>
                  </a:cubicBezTo>
                  <a:cubicBezTo>
                    <a:pt x="4548" y="1227"/>
                    <a:pt x="4620" y="1155"/>
                    <a:pt x="4620" y="1060"/>
                  </a:cubicBezTo>
                  <a:lnTo>
                    <a:pt x="4620" y="167"/>
                  </a:lnTo>
                  <a:cubicBezTo>
                    <a:pt x="4644" y="84"/>
                    <a:pt x="4560" y="1"/>
                    <a:pt x="4477" y="1"/>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38"/>
          <p:cNvGrpSpPr/>
          <p:nvPr/>
        </p:nvGrpSpPr>
        <p:grpSpPr>
          <a:xfrm>
            <a:off x="1962009" y="2106251"/>
            <a:ext cx="513649" cy="514759"/>
            <a:chOff x="2280029" y="1970604"/>
            <a:chExt cx="353631" cy="354395"/>
          </a:xfrm>
        </p:grpSpPr>
        <p:sp>
          <p:nvSpPr>
            <p:cNvPr id="315" name="Google Shape;315;p38"/>
            <p:cNvSpPr/>
            <p:nvPr/>
          </p:nvSpPr>
          <p:spPr>
            <a:xfrm>
              <a:off x="2309981" y="2069086"/>
              <a:ext cx="323679" cy="255913"/>
            </a:xfrm>
            <a:custGeom>
              <a:avLst/>
              <a:gdLst/>
              <a:ahLst/>
              <a:cxnLst/>
              <a:rect l="l" t="t" r="r" b="b"/>
              <a:pathLst>
                <a:path w="10169" h="8040" extrusionOk="0">
                  <a:moveTo>
                    <a:pt x="9473" y="0"/>
                  </a:moveTo>
                  <a:cubicBezTo>
                    <a:pt x="9451" y="0"/>
                    <a:pt x="9428" y="5"/>
                    <a:pt x="9406" y="14"/>
                  </a:cubicBezTo>
                  <a:cubicBezTo>
                    <a:pt x="9335" y="62"/>
                    <a:pt x="9287" y="157"/>
                    <a:pt x="9335" y="240"/>
                  </a:cubicBezTo>
                  <a:cubicBezTo>
                    <a:pt x="9656" y="943"/>
                    <a:pt x="9835" y="1705"/>
                    <a:pt x="9835" y="2491"/>
                  </a:cubicBezTo>
                  <a:cubicBezTo>
                    <a:pt x="9835" y="3884"/>
                    <a:pt x="9287" y="5193"/>
                    <a:pt x="8299" y="6194"/>
                  </a:cubicBezTo>
                  <a:cubicBezTo>
                    <a:pt x="7323" y="7182"/>
                    <a:pt x="6001" y="7729"/>
                    <a:pt x="4596" y="7729"/>
                  </a:cubicBezTo>
                  <a:cubicBezTo>
                    <a:pt x="3763" y="7729"/>
                    <a:pt x="2977" y="7539"/>
                    <a:pt x="2251" y="7158"/>
                  </a:cubicBezTo>
                  <a:cubicBezTo>
                    <a:pt x="1632" y="6848"/>
                    <a:pt x="1084" y="6420"/>
                    <a:pt x="620" y="5896"/>
                  </a:cubicBezTo>
                  <a:lnTo>
                    <a:pt x="620" y="5896"/>
                  </a:lnTo>
                  <a:lnTo>
                    <a:pt x="1263" y="6110"/>
                  </a:lnTo>
                  <a:cubicBezTo>
                    <a:pt x="1279" y="6114"/>
                    <a:pt x="1295" y="6116"/>
                    <a:pt x="1311" y="6116"/>
                  </a:cubicBezTo>
                  <a:cubicBezTo>
                    <a:pt x="1385" y="6116"/>
                    <a:pt x="1447" y="6072"/>
                    <a:pt x="1477" y="6003"/>
                  </a:cubicBezTo>
                  <a:cubicBezTo>
                    <a:pt x="1501" y="5908"/>
                    <a:pt x="1453" y="5824"/>
                    <a:pt x="1370" y="5789"/>
                  </a:cubicBezTo>
                  <a:lnTo>
                    <a:pt x="203" y="5408"/>
                  </a:lnTo>
                  <a:cubicBezTo>
                    <a:pt x="187" y="5405"/>
                    <a:pt x="171" y="5403"/>
                    <a:pt x="156" y="5403"/>
                  </a:cubicBezTo>
                  <a:cubicBezTo>
                    <a:pt x="114" y="5403"/>
                    <a:pt x="77" y="5414"/>
                    <a:pt x="60" y="5432"/>
                  </a:cubicBezTo>
                  <a:cubicBezTo>
                    <a:pt x="12" y="5467"/>
                    <a:pt x="0" y="5527"/>
                    <a:pt x="0" y="5586"/>
                  </a:cubicBezTo>
                  <a:lnTo>
                    <a:pt x="191" y="6944"/>
                  </a:lnTo>
                  <a:cubicBezTo>
                    <a:pt x="203" y="7015"/>
                    <a:pt x="262" y="7075"/>
                    <a:pt x="358" y="7075"/>
                  </a:cubicBezTo>
                  <a:lnTo>
                    <a:pt x="381" y="7075"/>
                  </a:lnTo>
                  <a:cubicBezTo>
                    <a:pt x="477" y="7063"/>
                    <a:pt x="536" y="6979"/>
                    <a:pt x="524" y="6896"/>
                  </a:cubicBezTo>
                  <a:lnTo>
                    <a:pt x="417" y="6134"/>
                  </a:lnTo>
                  <a:lnTo>
                    <a:pt x="417" y="6134"/>
                  </a:lnTo>
                  <a:cubicBezTo>
                    <a:pt x="893" y="6670"/>
                    <a:pt x="1453" y="7122"/>
                    <a:pt x="2096" y="7444"/>
                  </a:cubicBezTo>
                  <a:cubicBezTo>
                    <a:pt x="2870" y="7849"/>
                    <a:pt x="3715" y="8039"/>
                    <a:pt x="4596" y="8039"/>
                  </a:cubicBezTo>
                  <a:cubicBezTo>
                    <a:pt x="6085" y="8039"/>
                    <a:pt x="7490" y="7456"/>
                    <a:pt x="8525" y="6420"/>
                  </a:cubicBezTo>
                  <a:cubicBezTo>
                    <a:pt x="9585" y="5360"/>
                    <a:pt x="10145" y="3979"/>
                    <a:pt x="10145" y="2491"/>
                  </a:cubicBezTo>
                  <a:cubicBezTo>
                    <a:pt x="10168" y="1645"/>
                    <a:pt x="9990" y="836"/>
                    <a:pt x="9633" y="98"/>
                  </a:cubicBezTo>
                  <a:cubicBezTo>
                    <a:pt x="9597" y="36"/>
                    <a:pt x="9536" y="0"/>
                    <a:pt x="9473" y="0"/>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8"/>
            <p:cNvSpPr/>
            <p:nvPr/>
          </p:nvSpPr>
          <p:spPr>
            <a:xfrm>
              <a:off x="2280029" y="1970604"/>
              <a:ext cx="322565" cy="255468"/>
            </a:xfrm>
            <a:custGeom>
              <a:avLst/>
              <a:gdLst/>
              <a:ahLst/>
              <a:cxnLst/>
              <a:rect l="l" t="t" r="r" b="b"/>
              <a:pathLst>
                <a:path w="10134" h="8026" extrusionOk="0">
                  <a:moveTo>
                    <a:pt x="5549" y="1"/>
                  </a:moveTo>
                  <a:cubicBezTo>
                    <a:pt x="4061" y="1"/>
                    <a:pt x="2668" y="584"/>
                    <a:pt x="1620" y="1620"/>
                  </a:cubicBezTo>
                  <a:cubicBezTo>
                    <a:pt x="572" y="2680"/>
                    <a:pt x="1" y="4061"/>
                    <a:pt x="1" y="5549"/>
                  </a:cubicBezTo>
                  <a:cubicBezTo>
                    <a:pt x="1" y="6382"/>
                    <a:pt x="179" y="7192"/>
                    <a:pt x="537" y="7930"/>
                  </a:cubicBezTo>
                  <a:cubicBezTo>
                    <a:pt x="572" y="7990"/>
                    <a:pt x="632" y="8026"/>
                    <a:pt x="691" y="8026"/>
                  </a:cubicBezTo>
                  <a:cubicBezTo>
                    <a:pt x="715" y="8026"/>
                    <a:pt x="727" y="8026"/>
                    <a:pt x="763" y="8002"/>
                  </a:cubicBezTo>
                  <a:cubicBezTo>
                    <a:pt x="834" y="7966"/>
                    <a:pt x="882" y="7871"/>
                    <a:pt x="834" y="7787"/>
                  </a:cubicBezTo>
                  <a:cubicBezTo>
                    <a:pt x="513" y="7085"/>
                    <a:pt x="334" y="6323"/>
                    <a:pt x="334" y="5537"/>
                  </a:cubicBezTo>
                  <a:cubicBezTo>
                    <a:pt x="334" y="4132"/>
                    <a:pt x="882" y="2822"/>
                    <a:pt x="1858" y="1834"/>
                  </a:cubicBezTo>
                  <a:cubicBezTo>
                    <a:pt x="2846" y="834"/>
                    <a:pt x="4168" y="298"/>
                    <a:pt x="5573" y="298"/>
                  </a:cubicBezTo>
                  <a:cubicBezTo>
                    <a:pt x="7097" y="298"/>
                    <a:pt x="8550" y="965"/>
                    <a:pt x="9538" y="2132"/>
                  </a:cubicBezTo>
                  <a:lnTo>
                    <a:pt x="8907" y="1918"/>
                  </a:lnTo>
                  <a:cubicBezTo>
                    <a:pt x="8890" y="1913"/>
                    <a:pt x="8874" y="1911"/>
                    <a:pt x="8858" y="1911"/>
                  </a:cubicBezTo>
                  <a:cubicBezTo>
                    <a:pt x="8784" y="1911"/>
                    <a:pt x="8722" y="1956"/>
                    <a:pt x="8692" y="2025"/>
                  </a:cubicBezTo>
                  <a:cubicBezTo>
                    <a:pt x="8669" y="2120"/>
                    <a:pt x="8704" y="2203"/>
                    <a:pt x="8800" y="2227"/>
                  </a:cubicBezTo>
                  <a:lnTo>
                    <a:pt x="9955" y="2620"/>
                  </a:lnTo>
                  <a:cubicBezTo>
                    <a:pt x="9978" y="2620"/>
                    <a:pt x="9990" y="2632"/>
                    <a:pt x="10002" y="2632"/>
                  </a:cubicBezTo>
                  <a:cubicBezTo>
                    <a:pt x="10050" y="2632"/>
                    <a:pt x="10074" y="2620"/>
                    <a:pt x="10109" y="2596"/>
                  </a:cubicBezTo>
                  <a:cubicBezTo>
                    <a:pt x="10121" y="2572"/>
                    <a:pt x="10133" y="2513"/>
                    <a:pt x="10133" y="2453"/>
                  </a:cubicBezTo>
                  <a:lnTo>
                    <a:pt x="9943" y="1108"/>
                  </a:lnTo>
                  <a:cubicBezTo>
                    <a:pt x="9932" y="1021"/>
                    <a:pt x="9871" y="964"/>
                    <a:pt x="9788" y="964"/>
                  </a:cubicBezTo>
                  <a:cubicBezTo>
                    <a:pt x="9780" y="964"/>
                    <a:pt x="9772" y="964"/>
                    <a:pt x="9764" y="965"/>
                  </a:cubicBezTo>
                  <a:cubicBezTo>
                    <a:pt x="9681" y="989"/>
                    <a:pt x="9621" y="1060"/>
                    <a:pt x="9633" y="1144"/>
                  </a:cubicBezTo>
                  <a:lnTo>
                    <a:pt x="9740" y="1906"/>
                  </a:lnTo>
                  <a:cubicBezTo>
                    <a:pt x="8681" y="703"/>
                    <a:pt x="7157" y="1"/>
                    <a:pt x="5549" y="1"/>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8"/>
            <p:cNvSpPr/>
            <p:nvPr/>
          </p:nvSpPr>
          <p:spPr>
            <a:xfrm>
              <a:off x="2411169" y="2064598"/>
              <a:ext cx="17093" cy="26928"/>
            </a:xfrm>
            <a:custGeom>
              <a:avLst/>
              <a:gdLst/>
              <a:ahLst/>
              <a:cxnLst/>
              <a:rect l="l" t="t" r="r" b="b"/>
              <a:pathLst>
                <a:path w="537" h="846" extrusionOk="0">
                  <a:moveTo>
                    <a:pt x="358" y="0"/>
                  </a:moveTo>
                  <a:cubicBezTo>
                    <a:pt x="274" y="0"/>
                    <a:pt x="191" y="72"/>
                    <a:pt x="191" y="155"/>
                  </a:cubicBezTo>
                  <a:lnTo>
                    <a:pt x="191" y="453"/>
                  </a:lnTo>
                  <a:lnTo>
                    <a:pt x="72" y="572"/>
                  </a:lnTo>
                  <a:cubicBezTo>
                    <a:pt x="12" y="631"/>
                    <a:pt x="0" y="739"/>
                    <a:pt x="72" y="798"/>
                  </a:cubicBezTo>
                  <a:cubicBezTo>
                    <a:pt x="108" y="834"/>
                    <a:pt x="155" y="846"/>
                    <a:pt x="191" y="846"/>
                  </a:cubicBezTo>
                  <a:cubicBezTo>
                    <a:pt x="239" y="846"/>
                    <a:pt x="274" y="834"/>
                    <a:pt x="310" y="798"/>
                  </a:cubicBezTo>
                  <a:lnTo>
                    <a:pt x="489" y="631"/>
                  </a:lnTo>
                  <a:cubicBezTo>
                    <a:pt x="524" y="608"/>
                    <a:pt x="536" y="560"/>
                    <a:pt x="536" y="512"/>
                  </a:cubicBezTo>
                  <a:lnTo>
                    <a:pt x="524" y="155"/>
                  </a:lnTo>
                  <a:cubicBezTo>
                    <a:pt x="524" y="72"/>
                    <a:pt x="453" y="0"/>
                    <a:pt x="358" y="0"/>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8"/>
            <p:cNvSpPr/>
            <p:nvPr/>
          </p:nvSpPr>
          <p:spPr>
            <a:xfrm>
              <a:off x="2323254" y="2017458"/>
              <a:ext cx="267213" cy="264316"/>
            </a:xfrm>
            <a:custGeom>
              <a:avLst/>
              <a:gdLst/>
              <a:ahLst/>
              <a:cxnLst/>
              <a:rect l="l" t="t" r="r" b="b"/>
              <a:pathLst>
                <a:path w="8395" h="8304" extrusionOk="0">
                  <a:moveTo>
                    <a:pt x="2739" y="3125"/>
                  </a:moveTo>
                  <a:lnTo>
                    <a:pt x="2965" y="3160"/>
                  </a:lnTo>
                  <a:lnTo>
                    <a:pt x="3060" y="3160"/>
                  </a:lnTo>
                  <a:lnTo>
                    <a:pt x="2905" y="3529"/>
                  </a:lnTo>
                  <a:lnTo>
                    <a:pt x="2620" y="3458"/>
                  </a:lnTo>
                  <a:lnTo>
                    <a:pt x="2739" y="3125"/>
                  </a:lnTo>
                  <a:close/>
                  <a:moveTo>
                    <a:pt x="3834" y="3041"/>
                  </a:moveTo>
                  <a:lnTo>
                    <a:pt x="4167" y="3446"/>
                  </a:lnTo>
                  <a:lnTo>
                    <a:pt x="4120" y="3541"/>
                  </a:lnTo>
                  <a:cubicBezTo>
                    <a:pt x="4096" y="3636"/>
                    <a:pt x="4132" y="3720"/>
                    <a:pt x="4227" y="3756"/>
                  </a:cubicBezTo>
                  <a:cubicBezTo>
                    <a:pt x="4239" y="3756"/>
                    <a:pt x="4251" y="3767"/>
                    <a:pt x="4286" y="3767"/>
                  </a:cubicBezTo>
                  <a:cubicBezTo>
                    <a:pt x="4358" y="3767"/>
                    <a:pt x="4417" y="3720"/>
                    <a:pt x="4429" y="3660"/>
                  </a:cubicBezTo>
                  <a:lnTo>
                    <a:pt x="4477" y="3541"/>
                  </a:lnTo>
                  <a:cubicBezTo>
                    <a:pt x="4501" y="3446"/>
                    <a:pt x="4489" y="3339"/>
                    <a:pt x="4429" y="3267"/>
                  </a:cubicBezTo>
                  <a:lnTo>
                    <a:pt x="4346" y="3160"/>
                  </a:lnTo>
                  <a:lnTo>
                    <a:pt x="4620" y="3386"/>
                  </a:lnTo>
                  <a:cubicBezTo>
                    <a:pt x="4649" y="3401"/>
                    <a:pt x="4683" y="3411"/>
                    <a:pt x="4719" y="3411"/>
                  </a:cubicBezTo>
                  <a:cubicBezTo>
                    <a:pt x="4741" y="3411"/>
                    <a:pt x="4764" y="3407"/>
                    <a:pt x="4787" y="3398"/>
                  </a:cubicBezTo>
                  <a:lnTo>
                    <a:pt x="5001" y="3303"/>
                  </a:lnTo>
                  <a:lnTo>
                    <a:pt x="5132" y="3458"/>
                  </a:lnTo>
                  <a:cubicBezTo>
                    <a:pt x="5156" y="3506"/>
                    <a:pt x="5215" y="3517"/>
                    <a:pt x="5263" y="3517"/>
                  </a:cubicBezTo>
                  <a:lnTo>
                    <a:pt x="5668" y="3482"/>
                  </a:lnTo>
                  <a:lnTo>
                    <a:pt x="5679" y="3565"/>
                  </a:lnTo>
                  <a:cubicBezTo>
                    <a:pt x="5703" y="3601"/>
                    <a:pt x="5668" y="3636"/>
                    <a:pt x="5668" y="3648"/>
                  </a:cubicBezTo>
                  <a:cubicBezTo>
                    <a:pt x="5656" y="3660"/>
                    <a:pt x="5620" y="3696"/>
                    <a:pt x="5596" y="3696"/>
                  </a:cubicBezTo>
                  <a:lnTo>
                    <a:pt x="4894" y="3756"/>
                  </a:lnTo>
                  <a:cubicBezTo>
                    <a:pt x="4798" y="3756"/>
                    <a:pt x="4727" y="3815"/>
                    <a:pt x="4679" y="3875"/>
                  </a:cubicBezTo>
                  <a:cubicBezTo>
                    <a:pt x="4656" y="3934"/>
                    <a:pt x="4620" y="3994"/>
                    <a:pt x="4644" y="4053"/>
                  </a:cubicBezTo>
                  <a:lnTo>
                    <a:pt x="4179" y="3898"/>
                  </a:lnTo>
                  <a:cubicBezTo>
                    <a:pt x="4167" y="3898"/>
                    <a:pt x="4167" y="3887"/>
                    <a:pt x="4144" y="3875"/>
                  </a:cubicBezTo>
                  <a:cubicBezTo>
                    <a:pt x="4120" y="3696"/>
                    <a:pt x="3965" y="3577"/>
                    <a:pt x="3798" y="3577"/>
                  </a:cubicBezTo>
                  <a:lnTo>
                    <a:pt x="3774" y="3577"/>
                  </a:lnTo>
                  <a:lnTo>
                    <a:pt x="3274" y="3589"/>
                  </a:lnTo>
                  <a:lnTo>
                    <a:pt x="3393" y="3220"/>
                  </a:lnTo>
                  <a:cubicBezTo>
                    <a:pt x="3405" y="3184"/>
                    <a:pt x="3441" y="3172"/>
                    <a:pt x="3465" y="3160"/>
                  </a:cubicBezTo>
                  <a:lnTo>
                    <a:pt x="3834" y="3041"/>
                  </a:lnTo>
                  <a:close/>
                  <a:moveTo>
                    <a:pt x="7596" y="3601"/>
                  </a:moveTo>
                  <a:cubicBezTo>
                    <a:pt x="7620" y="3601"/>
                    <a:pt x="7656" y="3601"/>
                    <a:pt x="7692" y="3636"/>
                  </a:cubicBezTo>
                  <a:lnTo>
                    <a:pt x="8025" y="3958"/>
                  </a:lnTo>
                  <a:lnTo>
                    <a:pt x="8025" y="4256"/>
                  </a:lnTo>
                  <a:cubicBezTo>
                    <a:pt x="7977" y="5232"/>
                    <a:pt x="7584" y="6137"/>
                    <a:pt x="6906" y="6815"/>
                  </a:cubicBezTo>
                  <a:cubicBezTo>
                    <a:pt x="6799" y="6923"/>
                    <a:pt x="6692" y="7030"/>
                    <a:pt x="6572" y="7113"/>
                  </a:cubicBezTo>
                  <a:cubicBezTo>
                    <a:pt x="6632" y="7030"/>
                    <a:pt x="6680" y="6935"/>
                    <a:pt x="6727" y="6851"/>
                  </a:cubicBezTo>
                  <a:lnTo>
                    <a:pt x="7465" y="5125"/>
                  </a:lnTo>
                  <a:cubicBezTo>
                    <a:pt x="7501" y="5065"/>
                    <a:pt x="7489" y="5006"/>
                    <a:pt x="7454" y="4958"/>
                  </a:cubicBezTo>
                  <a:cubicBezTo>
                    <a:pt x="7418" y="4910"/>
                    <a:pt x="7358" y="4887"/>
                    <a:pt x="7299" y="4887"/>
                  </a:cubicBezTo>
                  <a:lnTo>
                    <a:pt x="7227" y="4887"/>
                  </a:lnTo>
                  <a:lnTo>
                    <a:pt x="7632" y="4077"/>
                  </a:lnTo>
                  <a:cubicBezTo>
                    <a:pt x="7704" y="3946"/>
                    <a:pt x="7668" y="3779"/>
                    <a:pt x="7525" y="3696"/>
                  </a:cubicBezTo>
                  <a:lnTo>
                    <a:pt x="7501" y="3660"/>
                  </a:lnTo>
                  <a:lnTo>
                    <a:pt x="7513" y="3648"/>
                  </a:lnTo>
                  <a:cubicBezTo>
                    <a:pt x="7537" y="3601"/>
                    <a:pt x="7573" y="3601"/>
                    <a:pt x="7596" y="3601"/>
                  </a:cubicBezTo>
                  <a:close/>
                  <a:moveTo>
                    <a:pt x="4239" y="1"/>
                  </a:moveTo>
                  <a:cubicBezTo>
                    <a:pt x="4176" y="1"/>
                    <a:pt x="4112" y="2"/>
                    <a:pt x="4048" y="5"/>
                  </a:cubicBezTo>
                  <a:cubicBezTo>
                    <a:pt x="3001" y="41"/>
                    <a:pt x="2000" y="481"/>
                    <a:pt x="1262" y="1220"/>
                  </a:cubicBezTo>
                  <a:cubicBezTo>
                    <a:pt x="512" y="1970"/>
                    <a:pt x="84" y="2946"/>
                    <a:pt x="36" y="4006"/>
                  </a:cubicBezTo>
                  <a:cubicBezTo>
                    <a:pt x="0" y="5041"/>
                    <a:pt x="334" y="6053"/>
                    <a:pt x="1012" y="6863"/>
                  </a:cubicBezTo>
                  <a:cubicBezTo>
                    <a:pt x="1036" y="6911"/>
                    <a:pt x="1084" y="6923"/>
                    <a:pt x="1131" y="6923"/>
                  </a:cubicBezTo>
                  <a:cubicBezTo>
                    <a:pt x="1155" y="6923"/>
                    <a:pt x="1203" y="6911"/>
                    <a:pt x="1227" y="6875"/>
                  </a:cubicBezTo>
                  <a:cubicBezTo>
                    <a:pt x="1310" y="6815"/>
                    <a:pt x="1310" y="6708"/>
                    <a:pt x="1250" y="6649"/>
                  </a:cubicBezTo>
                  <a:cubicBezTo>
                    <a:pt x="631" y="5922"/>
                    <a:pt x="310" y="4982"/>
                    <a:pt x="357" y="4017"/>
                  </a:cubicBezTo>
                  <a:cubicBezTo>
                    <a:pt x="393" y="3053"/>
                    <a:pt x="786" y="2148"/>
                    <a:pt x="1465" y="1458"/>
                  </a:cubicBezTo>
                  <a:cubicBezTo>
                    <a:pt x="2155" y="779"/>
                    <a:pt x="3060" y="374"/>
                    <a:pt x="4025" y="338"/>
                  </a:cubicBezTo>
                  <a:cubicBezTo>
                    <a:pt x="4081" y="335"/>
                    <a:pt x="4137" y="334"/>
                    <a:pt x="4192" y="334"/>
                  </a:cubicBezTo>
                  <a:cubicBezTo>
                    <a:pt x="4358" y="334"/>
                    <a:pt x="4519" y="347"/>
                    <a:pt x="4679" y="374"/>
                  </a:cubicBezTo>
                  <a:lnTo>
                    <a:pt x="4906" y="636"/>
                  </a:lnTo>
                  <a:lnTo>
                    <a:pt x="4822" y="862"/>
                  </a:lnTo>
                  <a:lnTo>
                    <a:pt x="4679" y="624"/>
                  </a:lnTo>
                  <a:cubicBezTo>
                    <a:pt x="4656" y="577"/>
                    <a:pt x="4596" y="541"/>
                    <a:pt x="4536" y="541"/>
                  </a:cubicBezTo>
                  <a:lnTo>
                    <a:pt x="4001" y="541"/>
                  </a:lnTo>
                  <a:cubicBezTo>
                    <a:pt x="3941" y="541"/>
                    <a:pt x="3882" y="565"/>
                    <a:pt x="3858" y="624"/>
                  </a:cubicBezTo>
                  <a:lnTo>
                    <a:pt x="3477" y="1327"/>
                  </a:lnTo>
                  <a:cubicBezTo>
                    <a:pt x="3441" y="1410"/>
                    <a:pt x="3441" y="1529"/>
                    <a:pt x="3477" y="1624"/>
                  </a:cubicBezTo>
                  <a:cubicBezTo>
                    <a:pt x="3524" y="1708"/>
                    <a:pt x="3632" y="1767"/>
                    <a:pt x="3739" y="1791"/>
                  </a:cubicBezTo>
                  <a:lnTo>
                    <a:pt x="4036" y="1815"/>
                  </a:lnTo>
                  <a:cubicBezTo>
                    <a:pt x="4096" y="1815"/>
                    <a:pt x="4155" y="1803"/>
                    <a:pt x="4179" y="1743"/>
                  </a:cubicBezTo>
                  <a:lnTo>
                    <a:pt x="4286" y="1577"/>
                  </a:lnTo>
                  <a:lnTo>
                    <a:pt x="4346" y="1648"/>
                  </a:lnTo>
                  <a:lnTo>
                    <a:pt x="4298" y="1934"/>
                  </a:lnTo>
                  <a:lnTo>
                    <a:pt x="3798" y="2005"/>
                  </a:lnTo>
                  <a:cubicBezTo>
                    <a:pt x="3763" y="2005"/>
                    <a:pt x="3751" y="2029"/>
                    <a:pt x="3715" y="2041"/>
                  </a:cubicBezTo>
                  <a:lnTo>
                    <a:pt x="3072" y="2517"/>
                  </a:lnTo>
                  <a:cubicBezTo>
                    <a:pt x="3048" y="2541"/>
                    <a:pt x="3024" y="2577"/>
                    <a:pt x="3024" y="2601"/>
                  </a:cubicBezTo>
                  <a:lnTo>
                    <a:pt x="2941" y="2898"/>
                  </a:lnTo>
                  <a:lnTo>
                    <a:pt x="2727" y="2874"/>
                  </a:lnTo>
                  <a:cubicBezTo>
                    <a:pt x="2716" y="2874"/>
                    <a:pt x="2706" y="2873"/>
                    <a:pt x="2696" y="2873"/>
                  </a:cubicBezTo>
                  <a:cubicBezTo>
                    <a:pt x="2565" y="2873"/>
                    <a:pt x="2449" y="2943"/>
                    <a:pt x="2405" y="3065"/>
                  </a:cubicBezTo>
                  <a:lnTo>
                    <a:pt x="2274" y="3422"/>
                  </a:lnTo>
                  <a:cubicBezTo>
                    <a:pt x="2250" y="3494"/>
                    <a:pt x="2250" y="3589"/>
                    <a:pt x="2286" y="3660"/>
                  </a:cubicBezTo>
                  <a:cubicBezTo>
                    <a:pt x="2334" y="3732"/>
                    <a:pt x="2393" y="3791"/>
                    <a:pt x="2465" y="3815"/>
                  </a:cubicBezTo>
                  <a:cubicBezTo>
                    <a:pt x="2322" y="3887"/>
                    <a:pt x="2215" y="4029"/>
                    <a:pt x="2203" y="4196"/>
                  </a:cubicBezTo>
                  <a:lnTo>
                    <a:pt x="2203" y="4268"/>
                  </a:lnTo>
                  <a:lnTo>
                    <a:pt x="1739" y="4791"/>
                  </a:lnTo>
                  <a:cubicBezTo>
                    <a:pt x="1667" y="4863"/>
                    <a:pt x="1631" y="4970"/>
                    <a:pt x="1631" y="5077"/>
                  </a:cubicBezTo>
                  <a:lnTo>
                    <a:pt x="1631" y="5684"/>
                  </a:lnTo>
                  <a:cubicBezTo>
                    <a:pt x="1631" y="5839"/>
                    <a:pt x="1691" y="5994"/>
                    <a:pt x="1810" y="6101"/>
                  </a:cubicBezTo>
                  <a:lnTo>
                    <a:pt x="2239" y="6518"/>
                  </a:lnTo>
                  <a:cubicBezTo>
                    <a:pt x="2334" y="6613"/>
                    <a:pt x="2465" y="6673"/>
                    <a:pt x="2596" y="6684"/>
                  </a:cubicBezTo>
                  <a:lnTo>
                    <a:pt x="3882" y="6792"/>
                  </a:lnTo>
                  <a:lnTo>
                    <a:pt x="3882" y="6827"/>
                  </a:lnTo>
                  <a:cubicBezTo>
                    <a:pt x="3870" y="6994"/>
                    <a:pt x="3929" y="7149"/>
                    <a:pt x="4060" y="7232"/>
                  </a:cubicBezTo>
                  <a:lnTo>
                    <a:pt x="4286" y="7399"/>
                  </a:lnTo>
                  <a:lnTo>
                    <a:pt x="4263" y="7446"/>
                  </a:lnTo>
                  <a:cubicBezTo>
                    <a:pt x="4203" y="7601"/>
                    <a:pt x="4263" y="7804"/>
                    <a:pt x="4406" y="7899"/>
                  </a:cubicBezTo>
                  <a:lnTo>
                    <a:pt x="4465" y="7958"/>
                  </a:lnTo>
                  <a:cubicBezTo>
                    <a:pt x="4406" y="7958"/>
                    <a:pt x="4358" y="7982"/>
                    <a:pt x="4298" y="7982"/>
                  </a:cubicBezTo>
                  <a:cubicBezTo>
                    <a:pt x="4250" y="7984"/>
                    <a:pt x="4202" y="7985"/>
                    <a:pt x="4153" y="7985"/>
                  </a:cubicBezTo>
                  <a:cubicBezTo>
                    <a:pt x="3241" y="7985"/>
                    <a:pt x="2368" y="7666"/>
                    <a:pt x="1667" y="7089"/>
                  </a:cubicBezTo>
                  <a:cubicBezTo>
                    <a:pt x="1630" y="7062"/>
                    <a:pt x="1590" y="7050"/>
                    <a:pt x="1553" y="7050"/>
                  </a:cubicBezTo>
                  <a:cubicBezTo>
                    <a:pt x="1508" y="7050"/>
                    <a:pt x="1467" y="7068"/>
                    <a:pt x="1441" y="7101"/>
                  </a:cubicBezTo>
                  <a:cubicBezTo>
                    <a:pt x="1381" y="7173"/>
                    <a:pt x="1393" y="7280"/>
                    <a:pt x="1453" y="7327"/>
                  </a:cubicBezTo>
                  <a:cubicBezTo>
                    <a:pt x="2215" y="7958"/>
                    <a:pt x="3155" y="8304"/>
                    <a:pt x="4132" y="8304"/>
                  </a:cubicBezTo>
                  <a:lnTo>
                    <a:pt x="4298" y="8304"/>
                  </a:lnTo>
                  <a:cubicBezTo>
                    <a:pt x="5334" y="8256"/>
                    <a:pt x="6334" y="7827"/>
                    <a:pt x="7084" y="7089"/>
                  </a:cubicBezTo>
                  <a:cubicBezTo>
                    <a:pt x="7823" y="6339"/>
                    <a:pt x="8251" y="5363"/>
                    <a:pt x="8299" y="4303"/>
                  </a:cubicBezTo>
                  <a:cubicBezTo>
                    <a:pt x="8394" y="3220"/>
                    <a:pt x="8049" y="2208"/>
                    <a:pt x="7382" y="1422"/>
                  </a:cubicBezTo>
                  <a:cubicBezTo>
                    <a:pt x="7350" y="1377"/>
                    <a:pt x="7304" y="1356"/>
                    <a:pt x="7258" y="1356"/>
                  </a:cubicBezTo>
                  <a:cubicBezTo>
                    <a:pt x="7220" y="1356"/>
                    <a:pt x="7183" y="1371"/>
                    <a:pt x="7156" y="1398"/>
                  </a:cubicBezTo>
                  <a:cubicBezTo>
                    <a:pt x="7084" y="1458"/>
                    <a:pt x="7084" y="1565"/>
                    <a:pt x="7144" y="1624"/>
                  </a:cubicBezTo>
                  <a:cubicBezTo>
                    <a:pt x="7584" y="2148"/>
                    <a:pt x="7870" y="2791"/>
                    <a:pt x="7989" y="3458"/>
                  </a:cubicBezTo>
                  <a:lnTo>
                    <a:pt x="7942" y="3410"/>
                  </a:lnTo>
                  <a:cubicBezTo>
                    <a:pt x="7867" y="3335"/>
                    <a:pt x="7754" y="3289"/>
                    <a:pt x="7628" y="3289"/>
                  </a:cubicBezTo>
                  <a:cubicBezTo>
                    <a:pt x="7614" y="3289"/>
                    <a:pt x="7599" y="3290"/>
                    <a:pt x="7584" y="3291"/>
                  </a:cubicBezTo>
                  <a:cubicBezTo>
                    <a:pt x="7454" y="3303"/>
                    <a:pt x="7334" y="3386"/>
                    <a:pt x="7263" y="3506"/>
                  </a:cubicBezTo>
                  <a:lnTo>
                    <a:pt x="7227" y="3541"/>
                  </a:lnTo>
                  <a:cubicBezTo>
                    <a:pt x="7156" y="3541"/>
                    <a:pt x="7084" y="3577"/>
                    <a:pt x="7025" y="3625"/>
                  </a:cubicBezTo>
                  <a:lnTo>
                    <a:pt x="6811" y="3363"/>
                  </a:lnTo>
                  <a:cubicBezTo>
                    <a:pt x="6779" y="3325"/>
                    <a:pt x="6739" y="3307"/>
                    <a:pt x="6698" y="3307"/>
                  </a:cubicBezTo>
                  <a:cubicBezTo>
                    <a:pt x="6661" y="3307"/>
                    <a:pt x="6625" y="3322"/>
                    <a:pt x="6596" y="3351"/>
                  </a:cubicBezTo>
                  <a:cubicBezTo>
                    <a:pt x="6513" y="3410"/>
                    <a:pt x="6513" y="3517"/>
                    <a:pt x="6572" y="3577"/>
                  </a:cubicBezTo>
                  <a:lnTo>
                    <a:pt x="6906" y="3958"/>
                  </a:lnTo>
                  <a:cubicBezTo>
                    <a:pt x="6930" y="3994"/>
                    <a:pt x="6977" y="4017"/>
                    <a:pt x="7025" y="4017"/>
                  </a:cubicBezTo>
                  <a:cubicBezTo>
                    <a:pt x="7073" y="4017"/>
                    <a:pt x="7108" y="4006"/>
                    <a:pt x="7144" y="3970"/>
                  </a:cubicBezTo>
                  <a:lnTo>
                    <a:pt x="7251" y="3875"/>
                  </a:lnTo>
                  <a:lnTo>
                    <a:pt x="7382" y="3958"/>
                  </a:lnTo>
                  <a:lnTo>
                    <a:pt x="6894" y="4934"/>
                  </a:lnTo>
                  <a:lnTo>
                    <a:pt x="6858" y="4934"/>
                  </a:lnTo>
                  <a:cubicBezTo>
                    <a:pt x="6834" y="4934"/>
                    <a:pt x="6787" y="4910"/>
                    <a:pt x="6775" y="4887"/>
                  </a:cubicBezTo>
                  <a:lnTo>
                    <a:pt x="6132" y="4101"/>
                  </a:lnTo>
                  <a:cubicBezTo>
                    <a:pt x="6098" y="4053"/>
                    <a:pt x="6049" y="4033"/>
                    <a:pt x="6001" y="4033"/>
                  </a:cubicBezTo>
                  <a:cubicBezTo>
                    <a:pt x="5966" y="4033"/>
                    <a:pt x="5931" y="4045"/>
                    <a:pt x="5906" y="4065"/>
                  </a:cubicBezTo>
                  <a:cubicBezTo>
                    <a:pt x="5834" y="4125"/>
                    <a:pt x="5834" y="4232"/>
                    <a:pt x="5882" y="4291"/>
                  </a:cubicBezTo>
                  <a:lnTo>
                    <a:pt x="6513" y="5077"/>
                  </a:lnTo>
                  <a:cubicBezTo>
                    <a:pt x="6608" y="5184"/>
                    <a:pt x="6739" y="5244"/>
                    <a:pt x="6894" y="5244"/>
                  </a:cubicBezTo>
                  <a:lnTo>
                    <a:pt x="7096" y="5232"/>
                  </a:lnTo>
                  <a:lnTo>
                    <a:pt x="6453" y="6720"/>
                  </a:lnTo>
                  <a:cubicBezTo>
                    <a:pt x="6418" y="6815"/>
                    <a:pt x="6346" y="6923"/>
                    <a:pt x="6275" y="7018"/>
                  </a:cubicBezTo>
                  <a:lnTo>
                    <a:pt x="5775" y="7625"/>
                  </a:lnTo>
                  <a:cubicBezTo>
                    <a:pt x="5513" y="7744"/>
                    <a:pt x="5251" y="7816"/>
                    <a:pt x="4965" y="7875"/>
                  </a:cubicBezTo>
                  <a:lnTo>
                    <a:pt x="4691" y="7625"/>
                  </a:lnTo>
                  <a:cubicBezTo>
                    <a:pt x="4656" y="7589"/>
                    <a:pt x="4644" y="7554"/>
                    <a:pt x="4656" y="7506"/>
                  </a:cubicBezTo>
                  <a:lnTo>
                    <a:pt x="4703" y="7339"/>
                  </a:lnTo>
                  <a:cubicBezTo>
                    <a:pt x="4715" y="7280"/>
                    <a:pt x="4703" y="7208"/>
                    <a:pt x="4644" y="7161"/>
                  </a:cubicBezTo>
                  <a:lnTo>
                    <a:pt x="4322" y="6923"/>
                  </a:lnTo>
                  <a:cubicBezTo>
                    <a:pt x="4298" y="6899"/>
                    <a:pt x="4286" y="6863"/>
                    <a:pt x="4286" y="6815"/>
                  </a:cubicBezTo>
                  <a:lnTo>
                    <a:pt x="4310" y="6613"/>
                  </a:lnTo>
                  <a:cubicBezTo>
                    <a:pt x="4310" y="6565"/>
                    <a:pt x="4310" y="6518"/>
                    <a:pt x="4286" y="6494"/>
                  </a:cubicBezTo>
                  <a:cubicBezTo>
                    <a:pt x="4251" y="6458"/>
                    <a:pt x="4203" y="6434"/>
                    <a:pt x="4167" y="6434"/>
                  </a:cubicBezTo>
                  <a:lnTo>
                    <a:pt x="2703" y="6315"/>
                  </a:lnTo>
                  <a:cubicBezTo>
                    <a:pt x="2643" y="6315"/>
                    <a:pt x="2596" y="6280"/>
                    <a:pt x="2560" y="6244"/>
                  </a:cubicBezTo>
                  <a:lnTo>
                    <a:pt x="2120" y="5827"/>
                  </a:lnTo>
                  <a:cubicBezTo>
                    <a:pt x="2084" y="5780"/>
                    <a:pt x="2048" y="5708"/>
                    <a:pt x="2048" y="5649"/>
                  </a:cubicBezTo>
                  <a:lnTo>
                    <a:pt x="2048" y="5030"/>
                  </a:lnTo>
                  <a:cubicBezTo>
                    <a:pt x="2048" y="5006"/>
                    <a:pt x="2060" y="4970"/>
                    <a:pt x="2084" y="4958"/>
                  </a:cubicBezTo>
                  <a:lnTo>
                    <a:pt x="2572" y="4398"/>
                  </a:lnTo>
                  <a:cubicBezTo>
                    <a:pt x="2596" y="4363"/>
                    <a:pt x="2620" y="4339"/>
                    <a:pt x="2620" y="4291"/>
                  </a:cubicBezTo>
                  <a:lnTo>
                    <a:pt x="2620" y="4160"/>
                  </a:lnTo>
                  <a:cubicBezTo>
                    <a:pt x="2620" y="4113"/>
                    <a:pt x="2643" y="4065"/>
                    <a:pt x="2691" y="4053"/>
                  </a:cubicBezTo>
                  <a:lnTo>
                    <a:pt x="3072" y="3887"/>
                  </a:lnTo>
                  <a:lnTo>
                    <a:pt x="3810" y="3875"/>
                  </a:lnTo>
                  <a:cubicBezTo>
                    <a:pt x="3822" y="3875"/>
                    <a:pt x="3834" y="3887"/>
                    <a:pt x="3834" y="3898"/>
                  </a:cubicBezTo>
                  <a:cubicBezTo>
                    <a:pt x="3846" y="4029"/>
                    <a:pt x="3953" y="4137"/>
                    <a:pt x="4072" y="4184"/>
                  </a:cubicBezTo>
                  <a:lnTo>
                    <a:pt x="4596" y="4363"/>
                  </a:lnTo>
                  <a:cubicBezTo>
                    <a:pt x="4628" y="4370"/>
                    <a:pt x="4661" y="4374"/>
                    <a:pt x="4693" y="4374"/>
                  </a:cubicBezTo>
                  <a:cubicBezTo>
                    <a:pt x="4766" y="4374"/>
                    <a:pt x="4836" y="4353"/>
                    <a:pt x="4894" y="4303"/>
                  </a:cubicBezTo>
                  <a:cubicBezTo>
                    <a:pt x="4953" y="4244"/>
                    <a:pt x="5001" y="4148"/>
                    <a:pt x="4989" y="4065"/>
                  </a:cubicBezTo>
                  <a:lnTo>
                    <a:pt x="5644" y="4017"/>
                  </a:lnTo>
                  <a:cubicBezTo>
                    <a:pt x="5751" y="4006"/>
                    <a:pt x="5882" y="3946"/>
                    <a:pt x="5953" y="3839"/>
                  </a:cubicBezTo>
                  <a:cubicBezTo>
                    <a:pt x="6025" y="3732"/>
                    <a:pt x="6060" y="3613"/>
                    <a:pt x="6025" y="3482"/>
                  </a:cubicBezTo>
                  <a:lnTo>
                    <a:pt x="6013" y="3398"/>
                  </a:lnTo>
                  <a:cubicBezTo>
                    <a:pt x="5980" y="3258"/>
                    <a:pt x="5870" y="3157"/>
                    <a:pt x="5725" y="3157"/>
                  </a:cubicBezTo>
                  <a:cubicBezTo>
                    <a:pt x="5710" y="3157"/>
                    <a:pt x="5695" y="3158"/>
                    <a:pt x="5679" y="3160"/>
                  </a:cubicBezTo>
                  <a:lnTo>
                    <a:pt x="5346" y="3184"/>
                  </a:lnTo>
                  <a:lnTo>
                    <a:pt x="5298" y="3125"/>
                  </a:lnTo>
                  <a:lnTo>
                    <a:pt x="5739" y="2684"/>
                  </a:lnTo>
                  <a:cubicBezTo>
                    <a:pt x="5799" y="2624"/>
                    <a:pt x="5799" y="2517"/>
                    <a:pt x="5739" y="2458"/>
                  </a:cubicBezTo>
                  <a:cubicBezTo>
                    <a:pt x="5709" y="2428"/>
                    <a:pt x="5671" y="2413"/>
                    <a:pt x="5632" y="2413"/>
                  </a:cubicBezTo>
                  <a:cubicBezTo>
                    <a:pt x="5593" y="2413"/>
                    <a:pt x="5554" y="2428"/>
                    <a:pt x="5525" y="2458"/>
                  </a:cubicBezTo>
                  <a:lnTo>
                    <a:pt x="4965" y="3005"/>
                  </a:lnTo>
                  <a:lnTo>
                    <a:pt x="4787" y="3077"/>
                  </a:lnTo>
                  <a:lnTo>
                    <a:pt x="4286" y="2696"/>
                  </a:lnTo>
                  <a:cubicBezTo>
                    <a:pt x="4251" y="2669"/>
                    <a:pt x="4208" y="2656"/>
                    <a:pt x="4169" y="2656"/>
                  </a:cubicBezTo>
                  <a:cubicBezTo>
                    <a:pt x="4156" y="2656"/>
                    <a:pt x="4144" y="2657"/>
                    <a:pt x="4132" y="2660"/>
                  </a:cubicBezTo>
                  <a:lnTo>
                    <a:pt x="3417" y="2886"/>
                  </a:lnTo>
                  <a:cubicBezTo>
                    <a:pt x="3405" y="2886"/>
                    <a:pt x="3370" y="2898"/>
                    <a:pt x="3358" y="2922"/>
                  </a:cubicBezTo>
                  <a:lnTo>
                    <a:pt x="3405" y="2708"/>
                  </a:lnTo>
                  <a:lnTo>
                    <a:pt x="3977" y="2291"/>
                  </a:lnTo>
                  <a:lnTo>
                    <a:pt x="4548" y="2208"/>
                  </a:lnTo>
                  <a:cubicBezTo>
                    <a:pt x="4632" y="2184"/>
                    <a:pt x="4691" y="2148"/>
                    <a:pt x="4691" y="2065"/>
                  </a:cubicBezTo>
                  <a:lnTo>
                    <a:pt x="4751" y="1589"/>
                  </a:lnTo>
                  <a:cubicBezTo>
                    <a:pt x="4751" y="1553"/>
                    <a:pt x="4751" y="1505"/>
                    <a:pt x="4715" y="1470"/>
                  </a:cubicBezTo>
                  <a:lnTo>
                    <a:pt x="4477" y="1172"/>
                  </a:lnTo>
                  <a:cubicBezTo>
                    <a:pt x="4441" y="1136"/>
                    <a:pt x="4406" y="1112"/>
                    <a:pt x="4346" y="1112"/>
                  </a:cubicBezTo>
                  <a:cubicBezTo>
                    <a:pt x="4298" y="1112"/>
                    <a:pt x="4239" y="1148"/>
                    <a:pt x="4215" y="1196"/>
                  </a:cubicBezTo>
                  <a:lnTo>
                    <a:pt x="4036" y="1446"/>
                  </a:lnTo>
                  <a:lnTo>
                    <a:pt x="3834" y="1434"/>
                  </a:lnTo>
                  <a:lnTo>
                    <a:pt x="4155" y="815"/>
                  </a:lnTo>
                  <a:lnTo>
                    <a:pt x="4477" y="815"/>
                  </a:lnTo>
                  <a:lnTo>
                    <a:pt x="4727" y="1267"/>
                  </a:lnTo>
                  <a:cubicBezTo>
                    <a:pt x="4763" y="1327"/>
                    <a:pt x="4822" y="1350"/>
                    <a:pt x="4882" y="1350"/>
                  </a:cubicBezTo>
                  <a:cubicBezTo>
                    <a:pt x="4941" y="1350"/>
                    <a:pt x="5001" y="1315"/>
                    <a:pt x="5025" y="1255"/>
                  </a:cubicBezTo>
                  <a:lnTo>
                    <a:pt x="5251" y="719"/>
                  </a:lnTo>
                  <a:cubicBezTo>
                    <a:pt x="5298" y="624"/>
                    <a:pt x="5287" y="505"/>
                    <a:pt x="5215" y="434"/>
                  </a:cubicBezTo>
                  <a:lnTo>
                    <a:pt x="5215" y="434"/>
                  </a:lnTo>
                  <a:cubicBezTo>
                    <a:pt x="5751" y="577"/>
                    <a:pt x="6263" y="839"/>
                    <a:pt x="6692" y="1208"/>
                  </a:cubicBezTo>
                  <a:cubicBezTo>
                    <a:pt x="6724" y="1234"/>
                    <a:pt x="6763" y="1247"/>
                    <a:pt x="6801" y="1247"/>
                  </a:cubicBezTo>
                  <a:cubicBezTo>
                    <a:pt x="6847" y="1247"/>
                    <a:pt x="6892" y="1228"/>
                    <a:pt x="6918" y="1196"/>
                  </a:cubicBezTo>
                  <a:cubicBezTo>
                    <a:pt x="6977" y="1112"/>
                    <a:pt x="6965" y="1017"/>
                    <a:pt x="6906" y="969"/>
                  </a:cubicBezTo>
                  <a:cubicBezTo>
                    <a:pt x="6157" y="343"/>
                    <a:pt x="5219" y="1"/>
                    <a:pt x="4239" y="1"/>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 name="Google Shape;319;p38"/>
          <p:cNvGrpSpPr/>
          <p:nvPr/>
        </p:nvGrpSpPr>
        <p:grpSpPr>
          <a:xfrm>
            <a:off x="6553283" y="2006604"/>
            <a:ext cx="513655" cy="510643"/>
            <a:chOff x="4667216" y="2915382"/>
            <a:chExt cx="320273" cy="318395"/>
          </a:xfrm>
        </p:grpSpPr>
        <p:sp>
          <p:nvSpPr>
            <p:cNvPr id="320" name="Google Shape;320;p38"/>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8"/>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8"/>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8"/>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9"/>
          <p:cNvSpPr txBox="1">
            <a:spLocks noGrp="1"/>
          </p:cNvSpPr>
          <p:nvPr>
            <p:ph type="subTitle" idx="1"/>
          </p:nvPr>
        </p:nvSpPr>
        <p:spPr>
          <a:xfrm>
            <a:off x="1449775" y="2627038"/>
            <a:ext cx="21732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New data will be ingested into Alpha Analytica at the end of every month</a:t>
            </a:r>
            <a:endParaRPr/>
          </a:p>
        </p:txBody>
      </p:sp>
      <p:sp>
        <p:nvSpPr>
          <p:cNvPr id="329" name="Google Shape;329;p39"/>
          <p:cNvSpPr txBox="1">
            <a:spLocks noGrp="1"/>
          </p:cNvSpPr>
          <p:nvPr>
            <p:ph type="subTitle" idx="2"/>
          </p:nvPr>
        </p:nvSpPr>
        <p:spPr>
          <a:xfrm>
            <a:off x="1531575" y="1941255"/>
            <a:ext cx="2173200" cy="68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Monthly ingestion</a:t>
            </a:r>
            <a:endParaRPr/>
          </a:p>
        </p:txBody>
      </p:sp>
      <p:sp>
        <p:nvSpPr>
          <p:cNvPr id="330" name="Google Shape;330;p39"/>
          <p:cNvSpPr txBox="1">
            <a:spLocks noGrp="1"/>
          </p:cNvSpPr>
          <p:nvPr>
            <p:ph type="subTitle" idx="4"/>
          </p:nvPr>
        </p:nvSpPr>
        <p:spPr>
          <a:xfrm>
            <a:off x="5070400" y="2627050"/>
            <a:ext cx="26112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Users can gain more insights into aggregated data on country, instrument and sector</a:t>
            </a:r>
            <a:endParaRPr/>
          </a:p>
        </p:txBody>
      </p:sp>
      <p:sp>
        <p:nvSpPr>
          <p:cNvPr id="331" name="Google Shape;331;p39"/>
          <p:cNvSpPr txBox="1">
            <a:spLocks noGrp="1"/>
          </p:cNvSpPr>
          <p:nvPr>
            <p:ph type="subTitle" idx="5"/>
          </p:nvPr>
        </p:nvSpPr>
        <p:spPr>
          <a:xfrm>
            <a:off x="5070400" y="2130025"/>
            <a:ext cx="25701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Queries on aggregated data</a:t>
            </a:r>
            <a:endParaRPr/>
          </a:p>
        </p:txBody>
      </p:sp>
      <p:sp>
        <p:nvSpPr>
          <p:cNvPr id="332" name="Google Shape;332;p39"/>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Assumptions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0"/>
          <p:cNvSpPr/>
          <p:nvPr/>
        </p:nvSpPr>
        <p:spPr>
          <a:xfrm>
            <a:off x="1673075" y="3471550"/>
            <a:ext cx="6115500" cy="899700"/>
          </a:xfrm>
          <a:prstGeom prst="roundRect">
            <a:avLst>
              <a:gd name="adj" fmla="val 16667"/>
            </a:avLst>
          </a:pr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0"/>
          <p:cNvSpPr/>
          <p:nvPr/>
        </p:nvSpPr>
        <p:spPr>
          <a:xfrm>
            <a:off x="1673075" y="2459050"/>
            <a:ext cx="6115500" cy="899700"/>
          </a:xfrm>
          <a:prstGeom prst="roundRect">
            <a:avLst>
              <a:gd name="adj" fmla="val 16667"/>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0"/>
          <p:cNvSpPr/>
          <p:nvPr/>
        </p:nvSpPr>
        <p:spPr>
          <a:xfrm>
            <a:off x="1673075" y="1446550"/>
            <a:ext cx="6115500" cy="8997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    Solution Architecture</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pic>
        <p:nvPicPr>
          <p:cNvPr id="341" name="Google Shape;341;p40"/>
          <p:cNvPicPr preferRelativeResize="0"/>
          <p:nvPr/>
        </p:nvPicPr>
        <p:blipFill>
          <a:blip r:embed="rId3">
            <a:alphaModFix/>
          </a:blip>
          <a:stretch>
            <a:fillRect/>
          </a:stretch>
        </p:blipFill>
        <p:spPr>
          <a:xfrm>
            <a:off x="4158113" y="2622538"/>
            <a:ext cx="1145421" cy="572700"/>
          </a:xfrm>
          <a:prstGeom prst="rect">
            <a:avLst/>
          </a:prstGeom>
          <a:noFill/>
          <a:ln>
            <a:noFill/>
          </a:ln>
        </p:spPr>
      </p:pic>
      <p:pic>
        <p:nvPicPr>
          <p:cNvPr id="342" name="Google Shape;342;p40"/>
          <p:cNvPicPr preferRelativeResize="0"/>
          <p:nvPr/>
        </p:nvPicPr>
        <p:blipFill>
          <a:blip r:embed="rId4">
            <a:alphaModFix/>
          </a:blip>
          <a:stretch>
            <a:fillRect/>
          </a:stretch>
        </p:blipFill>
        <p:spPr>
          <a:xfrm>
            <a:off x="3641587" y="1539425"/>
            <a:ext cx="821023" cy="713976"/>
          </a:xfrm>
          <a:prstGeom prst="rect">
            <a:avLst/>
          </a:prstGeom>
          <a:noFill/>
          <a:ln>
            <a:noFill/>
          </a:ln>
        </p:spPr>
      </p:pic>
      <p:pic>
        <p:nvPicPr>
          <p:cNvPr id="343" name="Google Shape;343;p40"/>
          <p:cNvPicPr preferRelativeResize="0"/>
          <p:nvPr/>
        </p:nvPicPr>
        <p:blipFill>
          <a:blip r:embed="rId5">
            <a:alphaModFix/>
          </a:blip>
          <a:stretch>
            <a:fillRect/>
          </a:stretch>
        </p:blipFill>
        <p:spPr>
          <a:xfrm>
            <a:off x="4113940" y="3564400"/>
            <a:ext cx="1233760" cy="713975"/>
          </a:xfrm>
          <a:prstGeom prst="rect">
            <a:avLst/>
          </a:prstGeom>
          <a:noFill/>
          <a:ln>
            <a:noFill/>
          </a:ln>
        </p:spPr>
      </p:pic>
      <p:pic>
        <p:nvPicPr>
          <p:cNvPr id="344" name="Google Shape;344;p40"/>
          <p:cNvPicPr preferRelativeResize="0"/>
          <p:nvPr/>
        </p:nvPicPr>
        <p:blipFill>
          <a:blip r:embed="rId6">
            <a:alphaModFix/>
          </a:blip>
          <a:stretch>
            <a:fillRect/>
          </a:stretch>
        </p:blipFill>
        <p:spPr>
          <a:xfrm>
            <a:off x="4964112" y="1485887"/>
            <a:ext cx="821025" cy="821025"/>
          </a:xfrm>
          <a:prstGeom prst="rect">
            <a:avLst/>
          </a:prstGeom>
          <a:noFill/>
          <a:ln>
            <a:noFill/>
          </a:ln>
        </p:spPr>
      </p:pic>
      <p:sp>
        <p:nvSpPr>
          <p:cNvPr id="345" name="Google Shape;345;p40"/>
          <p:cNvSpPr txBox="1"/>
          <p:nvPr/>
        </p:nvSpPr>
        <p:spPr>
          <a:xfrm>
            <a:off x="565200" y="1696313"/>
            <a:ext cx="100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Jost"/>
                <a:ea typeface="Jost"/>
                <a:cs typeface="Jost"/>
                <a:sym typeface="Jost"/>
              </a:rPr>
              <a:t>Frontend</a:t>
            </a:r>
            <a:endParaRPr>
              <a:latin typeface="Jost"/>
              <a:ea typeface="Jost"/>
              <a:cs typeface="Jost"/>
              <a:sym typeface="Jost"/>
            </a:endParaRPr>
          </a:p>
        </p:txBody>
      </p:sp>
      <p:sp>
        <p:nvSpPr>
          <p:cNvPr id="346" name="Google Shape;346;p40"/>
          <p:cNvSpPr txBox="1"/>
          <p:nvPr/>
        </p:nvSpPr>
        <p:spPr>
          <a:xfrm>
            <a:off x="495600" y="2775125"/>
            <a:ext cx="114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Jost"/>
                <a:ea typeface="Jost"/>
                <a:cs typeface="Jost"/>
                <a:sym typeface="Jost"/>
              </a:rPr>
              <a:t>Application</a:t>
            </a:r>
            <a:endParaRPr>
              <a:latin typeface="Jost"/>
              <a:ea typeface="Jost"/>
              <a:cs typeface="Jost"/>
              <a:sym typeface="Jost"/>
            </a:endParaRPr>
          </a:p>
        </p:txBody>
      </p:sp>
      <p:sp>
        <p:nvSpPr>
          <p:cNvPr id="347" name="Google Shape;347;p40"/>
          <p:cNvSpPr txBox="1"/>
          <p:nvPr/>
        </p:nvSpPr>
        <p:spPr>
          <a:xfrm>
            <a:off x="565200" y="3721300"/>
            <a:ext cx="114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Jost"/>
                <a:ea typeface="Jost"/>
                <a:cs typeface="Jost"/>
                <a:sym typeface="Jost"/>
              </a:rPr>
              <a:t>Database</a:t>
            </a:r>
            <a:endParaRPr>
              <a:latin typeface="Jost"/>
              <a:ea typeface="Jost"/>
              <a:cs typeface="Jost"/>
              <a:sym typeface="Jo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System Design</a:t>
            </a:r>
            <a:endParaRPr/>
          </a:p>
        </p:txBody>
      </p:sp>
      <p:sp>
        <p:nvSpPr>
          <p:cNvPr id="353" name="Google Shape;353;p41"/>
          <p:cNvSpPr/>
          <p:nvPr/>
        </p:nvSpPr>
        <p:spPr>
          <a:xfrm>
            <a:off x="4420150" y="3778600"/>
            <a:ext cx="994800" cy="5727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Ingestor</a:t>
            </a:r>
            <a:endParaRPr/>
          </a:p>
        </p:txBody>
      </p:sp>
      <p:sp>
        <p:nvSpPr>
          <p:cNvPr id="354" name="Google Shape;354;p41"/>
          <p:cNvSpPr/>
          <p:nvPr/>
        </p:nvSpPr>
        <p:spPr>
          <a:xfrm>
            <a:off x="1771300" y="2142900"/>
            <a:ext cx="994800" cy="5727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Entities</a:t>
            </a:r>
            <a:endParaRPr/>
          </a:p>
        </p:txBody>
      </p:sp>
      <p:sp>
        <p:nvSpPr>
          <p:cNvPr id="355" name="Google Shape;355;p41"/>
          <p:cNvSpPr/>
          <p:nvPr/>
        </p:nvSpPr>
        <p:spPr>
          <a:xfrm>
            <a:off x="1771300" y="1403100"/>
            <a:ext cx="994800" cy="5727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Positions</a:t>
            </a:r>
            <a:endParaRPr/>
          </a:p>
        </p:txBody>
      </p:sp>
      <p:sp>
        <p:nvSpPr>
          <p:cNvPr id="356" name="Google Shape;356;p41"/>
          <p:cNvSpPr/>
          <p:nvPr/>
        </p:nvSpPr>
        <p:spPr>
          <a:xfrm>
            <a:off x="1771300" y="3840775"/>
            <a:ext cx="994800" cy="5727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GenAI</a:t>
            </a:r>
            <a:endParaRPr/>
          </a:p>
        </p:txBody>
      </p:sp>
      <p:sp>
        <p:nvSpPr>
          <p:cNvPr id="357" name="Google Shape;357;p41"/>
          <p:cNvSpPr/>
          <p:nvPr/>
        </p:nvSpPr>
        <p:spPr>
          <a:xfrm>
            <a:off x="1771300" y="2875288"/>
            <a:ext cx="994800" cy="5727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Analytics</a:t>
            </a:r>
            <a:endParaRPr/>
          </a:p>
        </p:txBody>
      </p:sp>
      <p:sp>
        <p:nvSpPr>
          <p:cNvPr id="358" name="Google Shape;358;p41"/>
          <p:cNvSpPr/>
          <p:nvPr/>
        </p:nvSpPr>
        <p:spPr>
          <a:xfrm>
            <a:off x="6227950" y="2494375"/>
            <a:ext cx="1368600" cy="18531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t>Data Source</a:t>
            </a:r>
            <a:endParaRPr b="1"/>
          </a:p>
          <a:p>
            <a:pPr marL="457200" lvl="0" indent="0" algn="l" rtl="0">
              <a:spcBef>
                <a:spcPts val="0"/>
              </a:spcBef>
              <a:spcAft>
                <a:spcPts val="0"/>
              </a:spcAft>
              <a:buNone/>
            </a:pPr>
            <a:r>
              <a:rPr lang="en"/>
              <a:t>.csv</a:t>
            </a:r>
            <a:endParaRPr/>
          </a:p>
          <a:p>
            <a:pPr marL="457200" lvl="0" indent="0" algn="l" rtl="0">
              <a:spcBef>
                <a:spcPts val="0"/>
              </a:spcBef>
              <a:spcAft>
                <a:spcPts val="0"/>
              </a:spcAft>
              <a:buNone/>
            </a:pPr>
            <a:r>
              <a:rPr lang="en"/>
              <a:t>.db</a:t>
            </a:r>
            <a:endParaRPr/>
          </a:p>
        </p:txBody>
      </p:sp>
      <p:cxnSp>
        <p:nvCxnSpPr>
          <p:cNvPr id="359" name="Google Shape;359;p41"/>
          <p:cNvCxnSpPr>
            <a:endCxn id="353" idx="3"/>
          </p:cNvCxnSpPr>
          <p:nvPr/>
        </p:nvCxnSpPr>
        <p:spPr>
          <a:xfrm flipH="1">
            <a:off x="5414950" y="4064350"/>
            <a:ext cx="813000" cy="600"/>
          </a:xfrm>
          <a:prstGeom prst="straightConnector1">
            <a:avLst/>
          </a:prstGeom>
          <a:noFill/>
          <a:ln w="9525" cap="flat" cmpd="sng">
            <a:solidFill>
              <a:schemeClr val="dk2"/>
            </a:solidFill>
            <a:prstDash val="solid"/>
            <a:round/>
            <a:headEnd type="none" w="med" len="med"/>
            <a:tailEnd type="triangle" w="med" len="med"/>
          </a:ln>
        </p:spPr>
      </p:cxnSp>
      <p:cxnSp>
        <p:nvCxnSpPr>
          <p:cNvPr id="360" name="Google Shape;360;p41"/>
          <p:cNvCxnSpPr>
            <a:stCxn id="353" idx="0"/>
          </p:cNvCxnSpPr>
          <p:nvPr/>
        </p:nvCxnSpPr>
        <p:spPr>
          <a:xfrm rot="10800000">
            <a:off x="4917550" y="3448000"/>
            <a:ext cx="0" cy="330600"/>
          </a:xfrm>
          <a:prstGeom prst="straightConnector1">
            <a:avLst/>
          </a:prstGeom>
          <a:noFill/>
          <a:ln w="9525" cap="flat" cmpd="sng">
            <a:solidFill>
              <a:schemeClr val="dk2"/>
            </a:solidFill>
            <a:prstDash val="solid"/>
            <a:round/>
            <a:headEnd type="none" w="med" len="med"/>
            <a:tailEnd type="triangle" w="med" len="med"/>
          </a:ln>
        </p:spPr>
      </p:cxnSp>
      <p:sp>
        <p:nvSpPr>
          <p:cNvPr id="361" name="Google Shape;361;p41"/>
          <p:cNvSpPr/>
          <p:nvPr/>
        </p:nvSpPr>
        <p:spPr>
          <a:xfrm>
            <a:off x="4176425" y="1119025"/>
            <a:ext cx="1509300" cy="23289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DocumentDB</a:t>
            </a:r>
            <a:endParaRPr/>
          </a:p>
        </p:txBody>
      </p:sp>
      <p:cxnSp>
        <p:nvCxnSpPr>
          <p:cNvPr id="362" name="Google Shape;362;p41"/>
          <p:cNvCxnSpPr>
            <a:stCxn id="357" idx="2"/>
            <a:endCxn id="356" idx="0"/>
          </p:cNvCxnSpPr>
          <p:nvPr/>
        </p:nvCxnSpPr>
        <p:spPr>
          <a:xfrm>
            <a:off x="2268700" y="3447988"/>
            <a:ext cx="0" cy="392700"/>
          </a:xfrm>
          <a:prstGeom prst="straightConnector1">
            <a:avLst/>
          </a:prstGeom>
          <a:noFill/>
          <a:ln w="9525" cap="flat" cmpd="sng">
            <a:solidFill>
              <a:schemeClr val="dk2"/>
            </a:solidFill>
            <a:prstDash val="solid"/>
            <a:round/>
            <a:headEnd type="none" w="med" len="med"/>
            <a:tailEnd type="triangle" w="med" len="med"/>
          </a:ln>
        </p:spPr>
      </p:cxnSp>
      <p:cxnSp>
        <p:nvCxnSpPr>
          <p:cNvPr id="363" name="Google Shape;363;p41"/>
          <p:cNvCxnSpPr/>
          <p:nvPr/>
        </p:nvCxnSpPr>
        <p:spPr>
          <a:xfrm rot="10800000">
            <a:off x="2766125" y="1709875"/>
            <a:ext cx="1405200" cy="8400"/>
          </a:xfrm>
          <a:prstGeom prst="straightConnector1">
            <a:avLst/>
          </a:prstGeom>
          <a:noFill/>
          <a:ln w="9525" cap="flat" cmpd="sng">
            <a:solidFill>
              <a:schemeClr val="dk2"/>
            </a:solidFill>
            <a:prstDash val="solid"/>
            <a:round/>
            <a:headEnd type="none" w="med" len="med"/>
            <a:tailEnd type="triangle" w="med" len="med"/>
          </a:ln>
        </p:spPr>
      </p:cxnSp>
      <p:cxnSp>
        <p:nvCxnSpPr>
          <p:cNvPr id="364" name="Google Shape;364;p41"/>
          <p:cNvCxnSpPr>
            <a:endCxn id="354" idx="3"/>
          </p:cNvCxnSpPr>
          <p:nvPr/>
        </p:nvCxnSpPr>
        <p:spPr>
          <a:xfrm rot="10800000">
            <a:off x="2766100" y="2429250"/>
            <a:ext cx="1393800" cy="12300"/>
          </a:xfrm>
          <a:prstGeom prst="straightConnector1">
            <a:avLst/>
          </a:prstGeom>
          <a:noFill/>
          <a:ln w="9525" cap="flat" cmpd="sng">
            <a:solidFill>
              <a:schemeClr val="dk2"/>
            </a:solidFill>
            <a:prstDash val="solid"/>
            <a:round/>
            <a:headEnd type="none" w="med" len="med"/>
            <a:tailEnd type="triangle" w="med" len="med"/>
          </a:ln>
        </p:spPr>
      </p:cxnSp>
      <p:cxnSp>
        <p:nvCxnSpPr>
          <p:cNvPr id="365" name="Google Shape;365;p41"/>
          <p:cNvCxnSpPr/>
          <p:nvPr/>
        </p:nvCxnSpPr>
        <p:spPr>
          <a:xfrm rot="10800000">
            <a:off x="2766225" y="3152725"/>
            <a:ext cx="1393800" cy="123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GenAI</a:t>
            </a:r>
            <a:endParaRPr/>
          </a:p>
        </p:txBody>
      </p:sp>
      <p:pic>
        <p:nvPicPr>
          <p:cNvPr id="371" name="Google Shape;371;p42"/>
          <p:cNvPicPr preferRelativeResize="0"/>
          <p:nvPr/>
        </p:nvPicPr>
        <p:blipFill rotWithShape="1">
          <a:blip r:embed="rId3">
            <a:alphaModFix/>
          </a:blip>
          <a:srcRect t="33391" b="36236"/>
          <a:stretch/>
        </p:blipFill>
        <p:spPr>
          <a:xfrm>
            <a:off x="4260625" y="2220450"/>
            <a:ext cx="3137899" cy="529475"/>
          </a:xfrm>
          <a:prstGeom prst="rect">
            <a:avLst/>
          </a:prstGeom>
          <a:noFill/>
          <a:ln>
            <a:noFill/>
          </a:ln>
        </p:spPr>
      </p:pic>
      <p:cxnSp>
        <p:nvCxnSpPr>
          <p:cNvPr id="372" name="Google Shape;372;p42"/>
          <p:cNvCxnSpPr>
            <a:stCxn id="373" idx="3"/>
          </p:cNvCxnSpPr>
          <p:nvPr/>
        </p:nvCxnSpPr>
        <p:spPr>
          <a:xfrm>
            <a:off x="3337550" y="2147050"/>
            <a:ext cx="784800" cy="306300"/>
          </a:xfrm>
          <a:prstGeom prst="straightConnector1">
            <a:avLst/>
          </a:prstGeom>
          <a:noFill/>
          <a:ln w="9525" cap="flat" cmpd="sng">
            <a:solidFill>
              <a:schemeClr val="dk2"/>
            </a:solidFill>
            <a:prstDash val="solid"/>
            <a:round/>
            <a:headEnd type="none" w="med" len="med"/>
            <a:tailEnd type="triangle" w="med" len="med"/>
          </a:ln>
        </p:spPr>
      </p:cxnSp>
      <p:sp>
        <p:nvSpPr>
          <p:cNvPr id="373" name="Google Shape;373;p42"/>
          <p:cNvSpPr/>
          <p:nvPr/>
        </p:nvSpPr>
        <p:spPr>
          <a:xfrm>
            <a:off x="1921250" y="1957900"/>
            <a:ext cx="1416300" cy="37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Analytics Data</a:t>
            </a:r>
            <a:endParaRPr/>
          </a:p>
        </p:txBody>
      </p:sp>
      <p:sp>
        <p:nvSpPr>
          <p:cNvPr id="374" name="Google Shape;374;p42"/>
          <p:cNvSpPr/>
          <p:nvPr/>
        </p:nvSpPr>
        <p:spPr>
          <a:xfrm>
            <a:off x="2096150" y="2647350"/>
            <a:ext cx="1066500" cy="37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User query</a:t>
            </a:r>
            <a:endParaRPr/>
          </a:p>
        </p:txBody>
      </p:sp>
      <p:cxnSp>
        <p:nvCxnSpPr>
          <p:cNvPr id="375" name="Google Shape;375;p42"/>
          <p:cNvCxnSpPr/>
          <p:nvPr/>
        </p:nvCxnSpPr>
        <p:spPr>
          <a:xfrm rot="10800000" flipH="1">
            <a:off x="3162625" y="2597087"/>
            <a:ext cx="959700" cy="254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Basic Queries</a:t>
            </a:r>
            <a:endParaRPr/>
          </a:p>
        </p:txBody>
      </p:sp>
      <p:pic>
        <p:nvPicPr>
          <p:cNvPr id="381" name="Google Shape;381;p43"/>
          <p:cNvPicPr preferRelativeResize="0"/>
          <p:nvPr/>
        </p:nvPicPr>
        <p:blipFill>
          <a:blip r:embed="rId3">
            <a:alphaModFix/>
          </a:blip>
          <a:stretch>
            <a:fillRect/>
          </a:stretch>
        </p:blipFill>
        <p:spPr>
          <a:xfrm>
            <a:off x="6678500" y="3032575"/>
            <a:ext cx="1106960" cy="1014550"/>
          </a:xfrm>
          <a:prstGeom prst="rect">
            <a:avLst/>
          </a:prstGeom>
          <a:noFill/>
          <a:ln>
            <a:noFill/>
          </a:ln>
        </p:spPr>
      </p:pic>
      <p:pic>
        <p:nvPicPr>
          <p:cNvPr id="382" name="Google Shape;382;p43"/>
          <p:cNvPicPr preferRelativeResize="0"/>
          <p:nvPr/>
        </p:nvPicPr>
        <p:blipFill rotWithShape="1">
          <a:blip r:embed="rId4">
            <a:alphaModFix/>
          </a:blip>
          <a:srcRect l="32438" t="11644" r="33130" b="37814"/>
          <a:stretch/>
        </p:blipFill>
        <p:spPr>
          <a:xfrm>
            <a:off x="1536750" y="1649475"/>
            <a:ext cx="1003423" cy="981725"/>
          </a:xfrm>
          <a:prstGeom prst="rect">
            <a:avLst/>
          </a:prstGeom>
          <a:noFill/>
          <a:ln>
            <a:noFill/>
          </a:ln>
          <a:effectLst>
            <a:outerShdw blurRad="57150" dist="19050" dir="5400000" algn="bl" rotWithShape="0">
              <a:schemeClr val="dk2">
                <a:alpha val="50000"/>
              </a:schemeClr>
            </a:outerShdw>
          </a:effectLst>
        </p:spPr>
      </p:pic>
      <p:sp>
        <p:nvSpPr>
          <p:cNvPr id="383" name="Google Shape;383;p43"/>
          <p:cNvSpPr/>
          <p:nvPr/>
        </p:nvSpPr>
        <p:spPr>
          <a:xfrm>
            <a:off x="2882050" y="1805850"/>
            <a:ext cx="4757100" cy="669000"/>
          </a:xfrm>
          <a:prstGeom prst="roundRect">
            <a:avLst>
              <a:gd name="adj" fmla="val 16667"/>
            </a:avLst>
          </a:prstGeom>
          <a:solidFill>
            <a:srgbClr val="C9DAF8"/>
          </a:solidFill>
          <a:ln w="2857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b="1">
                <a:latin typeface="Montserrat"/>
                <a:ea typeface="Montserrat"/>
                <a:cs typeface="Montserrat"/>
                <a:sym typeface="Montserrat"/>
              </a:rPr>
              <a:t>What is the market value for the market value ID of 1?</a:t>
            </a:r>
            <a:endParaRPr sz="1300" b="1">
              <a:latin typeface="Montserrat"/>
              <a:ea typeface="Montserrat"/>
              <a:cs typeface="Montserrat"/>
              <a:sym typeface="Montserrat"/>
            </a:endParaRPr>
          </a:p>
        </p:txBody>
      </p:sp>
      <p:sp>
        <p:nvSpPr>
          <p:cNvPr id="384" name="Google Shape;384;p43"/>
          <p:cNvSpPr/>
          <p:nvPr/>
        </p:nvSpPr>
        <p:spPr>
          <a:xfrm>
            <a:off x="1627775" y="3205350"/>
            <a:ext cx="4850100" cy="669000"/>
          </a:xfrm>
          <a:prstGeom prst="roundRect">
            <a:avLst>
              <a:gd name="adj" fmla="val 16667"/>
            </a:avLst>
          </a:prstGeom>
          <a:solidFill>
            <a:srgbClr val="C9DAF8"/>
          </a:solidFill>
          <a:ln w="2857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b="1">
                <a:latin typeface="Montserrat"/>
                <a:ea typeface="Montserrat"/>
                <a:cs typeface="Montserrat"/>
                <a:sym typeface="Montserrat"/>
              </a:rPr>
              <a:t>The market value for the market value ID of 1 is $100000000.</a:t>
            </a:r>
            <a:endParaRPr sz="1300" b="1">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Challenges</a:t>
            </a:r>
            <a:endParaRPr/>
          </a:p>
        </p:txBody>
      </p:sp>
      <p:sp>
        <p:nvSpPr>
          <p:cNvPr id="390" name="Google Shape;390;p44"/>
          <p:cNvSpPr txBox="1">
            <a:spLocks noGrp="1"/>
          </p:cNvSpPr>
          <p:nvPr>
            <p:ph type="subTitle" idx="2"/>
          </p:nvPr>
        </p:nvSpPr>
        <p:spPr>
          <a:xfrm>
            <a:off x="2015175" y="1679600"/>
            <a:ext cx="5924700" cy="1288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Mastering AWS Fundamentals Under Time Constraints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Resolving GitHub Merge Conflicts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Complex Project Scaling</a:t>
            </a:r>
            <a:endParaRPr sz="1600"/>
          </a:p>
        </p:txBody>
      </p:sp>
      <p:pic>
        <p:nvPicPr>
          <p:cNvPr id="391" name="Google Shape;391;p44"/>
          <p:cNvPicPr preferRelativeResize="0"/>
          <p:nvPr/>
        </p:nvPicPr>
        <p:blipFill>
          <a:blip r:embed="rId3">
            <a:alphaModFix/>
          </a:blip>
          <a:stretch>
            <a:fillRect/>
          </a:stretch>
        </p:blipFill>
        <p:spPr>
          <a:xfrm>
            <a:off x="1046400" y="1190550"/>
            <a:ext cx="907226" cy="907226"/>
          </a:xfrm>
          <a:prstGeom prst="rect">
            <a:avLst/>
          </a:prstGeom>
          <a:noFill/>
          <a:ln>
            <a:noFill/>
          </a:ln>
        </p:spPr>
      </p:pic>
      <p:pic>
        <p:nvPicPr>
          <p:cNvPr id="392" name="Google Shape;392;p44"/>
          <p:cNvPicPr preferRelativeResize="0"/>
          <p:nvPr/>
        </p:nvPicPr>
        <p:blipFill>
          <a:blip r:embed="rId4">
            <a:alphaModFix/>
          </a:blip>
          <a:stretch>
            <a:fillRect/>
          </a:stretch>
        </p:blipFill>
        <p:spPr>
          <a:xfrm>
            <a:off x="6622225" y="2606175"/>
            <a:ext cx="944150" cy="944150"/>
          </a:xfrm>
          <a:prstGeom prst="rect">
            <a:avLst/>
          </a:prstGeom>
          <a:noFill/>
          <a:ln>
            <a:noFill/>
          </a:ln>
        </p:spPr>
      </p:pic>
      <p:pic>
        <p:nvPicPr>
          <p:cNvPr id="393" name="Google Shape;393;p44"/>
          <p:cNvPicPr preferRelativeResize="0"/>
          <p:nvPr/>
        </p:nvPicPr>
        <p:blipFill>
          <a:blip r:embed="rId5">
            <a:alphaModFix/>
          </a:blip>
          <a:stretch>
            <a:fillRect/>
          </a:stretch>
        </p:blipFill>
        <p:spPr>
          <a:xfrm>
            <a:off x="1141350" y="2847150"/>
            <a:ext cx="873825" cy="873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Learning Points</a:t>
            </a:r>
            <a:endParaRPr/>
          </a:p>
        </p:txBody>
      </p:sp>
      <p:sp>
        <p:nvSpPr>
          <p:cNvPr id="399" name="Google Shape;399;p45"/>
          <p:cNvSpPr txBox="1">
            <a:spLocks noGrp="1"/>
          </p:cNvSpPr>
          <p:nvPr>
            <p:ph type="subTitle" idx="2"/>
          </p:nvPr>
        </p:nvSpPr>
        <p:spPr>
          <a:xfrm>
            <a:off x="1019525" y="1779525"/>
            <a:ext cx="6857100" cy="22023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Allocate work and stay on the same page from the start</a:t>
            </a:r>
            <a:endParaRPr sz="2000"/>
          </a:p>
          <a:p>
            <a:pPr marL="45720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Start with System Design</a:t>
            </a:r>
            <a:endParaRPr sz="2000"/>
          </a:p>
          <a:p>
            <a:pPr marL="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Integrate early</a:t>
            </a:r>
            <a:endParaRPr sz="2000"/>
          </a:p>
        </p:txBody>
      </p:sp>
      <p:pic>
        <p:nvPicPr>
          <p:cNvPr id="400" name="Google Shape;400;p45"/>
          <p:cNvPicPr preferRelativeResize="0"/>
          <p:nvPr/>
        </p:nvPicPr>
        <p:blipFill>
          <a:blip r:embed="rId3">
            <a:alphaModFix/>
          </a:blip>
          <a:stretch>
            <a:fillRect/>
          </a:stretch>
        </p:blipFill>
        <p:spPr>
          <a:xfrm>
            <a:off x="6815550" y="3131150"/>
            <a:ext cx="1061075" cy="1061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Future Work</a:t>
            </a:r>
            <a:endParaRPr/>
          </a:p>
        </p:txBody>
      </p:sp>
      <p:sp>
        <p:nvSpPr>
          <p:cNvPr id="406" name="Google Shape;406;p46"/>
          <p:cNvSpPr txBox="1">
            <a:spLocks noGrp="1"/>
          </p:cNvSpPr>
          <p:nvPr>
            <p:ph type="subTitle" idx="2"/>
          </p:nvPr>
        </p:nvSpPr>
        <p:spPr>
          <a:xfrm>
            <a:off x="900125" y="1687500"/>
            <a:ext cx="7363200" cy="12882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ARIMA/LSTM Predictor</a:t>
            </a:r>
            <a:endParaRPr sz="2000"/>
          </a:p>
          <a:p>
            <a:pPr marL="45720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Custom visualisations from Chatbot</a:t>
            </a:r>
            <a:endParaRPr sz="2000"/>
          </a:p>
          <a:p>
            <a:pPr marL="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Text to Queries Chatbot</a:t>
            </a:r>
            <a:endParaRPr sz="2000"/>
          </a:p>
        </p:txBody>
      </p:sp>
      <p:pic>
        <p:nvPicPr>
          <p:cNvPr id="407" name="Google Shape;407;p46"/>
          <p:cNvPicPr preferRelativeResize="0"/>
          <p:nvPr/>
        </p:nvPicPr>
        <p:blipFill>
          <a:blip r:embed="rId3">
            <a:alphaModFix/>
          </a:blip>
          <a:stretch>
            <a:fillRect/>
          </a:stretch>
        </p:blipFill>
        <p:spPr>
          <a:xfrm>
            <a:off x="6101600" y="1145350"/>
            <a:ext cx="1720075" cy="1228625"/>
          </a:xfrm>
          <a:prstGeom prst="rect">
            <a:avLst/>
          </a:prstGeom>
          <a:noFill/>
          <a:ln>
            <a:noFill/>
          </a:ln>
        </p:spPr>
      </p:pic>
      <p:pic>
        <p:nvPicPr>
          <p:cNvPr id="408" name="Google Shape;408;p46"/>
          <p:cNvPicPr preferRelativeResize="0"/>
          <p:nvPr/>
        </p:nvPicPr>
        <p:blipFill>
          <a:blip r:embed="rId4">
            <a:alphaModFix/>
          </a:blip>
          <a:stretch>
            <a:fillRect/>
          </a:stretch>
        </p:blipFill>
        <p:spPr>
          <a:xfrm>
            <a:off x="6101600" y="2501600"/>
            <a:ext cx="1863000" cy="1863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7"/>
          <p:cNvSpPr txBox="1">
            <a:spLocks noGrp="1"/>
          </p:cNvSpPr>
          <p:nvPr>
            <p:ph type="title"/>
          </p:nvPr>
        </p:nvSpPr>
        <p:spPr>
          <a:xfrm>
            <a:off x="720000" y="20029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Demo</a:t>
            </a:r>
            <a:endParaRPr/>
          </a:p>
        </p:txBody>
      </p:sp>
    </p:spTree>
  </p:cSld>
  <p:clrMapOvr>
    <a:masterClrMapping/>
  </p:clrMapOvr>
</p:sld>
</file>

<file path=ppt/theme/theme1.xml><?xml version="1.0" encoding="utf-8"?>
<a:theme xmlns:a="http://schemas.openxmlformats.org/drawingml/2006/main" name="Young Apprentice Job Description by Slidesgo">
  <a:themeElements>
    <a:clrScheme name="Simple Light">
      <a:dk1>
        <a:srgbClr val="FFFFFF"/>
      </a:dk1>
      <a:lt1>
        <a:srgbClr val="191919"/>
      </a:lt1>
      <a:dk2>
        <a:srgbClr val="595959"/>
      </a:dk2>
      <a:lt2>
        <a:srgbClr val="F3F3F3"/>
      </a:lt2>
      <a:accent1>
        <a:srgbClr val="233266"/>
      </a:accent1>
      <a:accent2>
        <a:srgbClr val="FFFFFF"/>
      </a:accent2>
      <a:accent3>
        <a:srgbClr val="FFFFFF"/>
      </a:accent3>
      <a:accent4>
        <a:srgbClr val="FFFFFF"/>
      </a:accent4>
      <a:accent5>
        <a:srgbClr val="FFFFFF"/>
      </a:accent5>
      <a:accent6>
        <a:srgbClr val="FFFFFF"/>
      </a:accent6>
      <a:hlink>
        <a:srgbClr val="121E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518</Words>
  <Application>Microsoft Office PowerPoint</Application>
  <PresentationFormat>On-screen Show (16:9)</PresentationFormat>
  <Paragraphs>81</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Montserrat</vt:lpstr>
      <vt:lpstr>PT Sans</vt:lpstr>
      <vt:lpstr>Bebas Neue</vt:lpstr>
      <vt:lpstr>Nunito Light</vt:lpstr>
      <vt:lpstr>Jost</vt:lpstr>
      <vt:lpstr>Raleway</vt:lpstr>
      <vt:lpstr>Young Apprentice Job Description by Slidesgo</vt:lpstr>
      <vt:lpstr>#CodeToImpact 2023 Alpha Analytica</vt:lpstr>
      <vt:lpstr>    Meet Our Team</vt:lpstr>
      <vt:lpstr>    Agenda</vt:lpstr>
      <vt:lpstr>Problem Statement</vt:lpstr>
      <vt:lpstr>What is  Alpha Analytica</vt:lpstr>
      <vt:lpstr>    Alpha Analytica</vt:lpstr>
      <vt:lpstr>Assumptions</vt:lpstr>
      <vt:lpstr>    Solution Architecture  </vt:lpstr>
      <vt:lpstr>System Design</vt:lpstr>
      <vt:lpstr>    GenAI</vt:lpstr>
      <vt:lpstr>    Basic Queries</vt:lpstr>
      <vt:lpstr>    Challenges</vt:lpstr>
      <vt:lpstr>  Learning Points</vt:lpstr>
      <vt:lpstr>  Future Work</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#CodeToImpact 2023 Alpha Analytica</dc:title>
  <cp:lastModifiedBy>TAY FU WEN</cp:lastModifiedBy>
  <cp:revision>1</cp:revision>
  <dcterms:modified xsi:type="dcterms:W3CDTF">2023-09-20T14:03:01Z</dcterms:modified>
</cp:coreProperties>
</file>